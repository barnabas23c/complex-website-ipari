
<file path=[Content_Types].xml><?xml version="1.0" encoding="utf-8"?>
<Types xmlns="http://schemas.openxmlformats.org/package/2006/content-types">
  <Default Extension="png" ContentType="image/png"/>
  <Default Extension="svg" ContentType="image/sv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1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</p:sldIdLst>
  <p:sldSz cx="10080625" cy="5670550"/>
  <p:notesSz cx="7559675" cy="10691813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8" d="100"/>
          <a:sy n="88" d="100"/>
        </p:scale>
        <p:origin x="69" y="1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tableStyles" Target="tableStyle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viewProps" Target="viewProps.xml"/><Relationship Id="rId5" Type="http://schemas.openxmlformats.org/officeDocument/2006/relationships/slide" Target="slides/slide3.xml"/><Relationship Id="rId10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2.xml"/><Relationship Id="rId11" Type="http://schemas.openxmlformats.org/officeDocument/2006/relationships/image" Target="../media/image3.svg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Grey-Elega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1260000" y="468000"/>
            <a:ext cx="828000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 algn="ctr">
              <a:buNone/>
            </a:pPr>
            <a:endParaRPr lang="hu-HU" sz="4400" b="1" u="wavyHeavy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/>
          </p:nvPr>
        </p:nvSpPr>
        <p:spPr>
          <a:xfrm>
            <a:off x="1260000" y="1800000"/>
            <a:ext cx="828000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 algn="l">
              <a:spcBef>
                <a:spcPts val="1417"/>
              </a:spcBef>
              <a:buNone/>
            </a:pPr>
            <a:endParaRPr lang="hu-HU" sz="32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7B96FBE4-9828-4F58-A237-6B0C84EA5FE7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Grey-Elega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1260000" y="468000"/>
            <a:ext cx="828000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 algn="ctr">
              <a:buNone/>
            </a:pPr>
            <a:endParaRPr lang="hu-HU" sz="4400" b="1" u="wavyHeavy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 type="subTitle"/>
          </p:nvPr>
        </p:nvSpPr>
        <p:spPr>
          <a:xfrm>
            <a:off x="1260000" y="1800000"/>
            <a:ext cx="828000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>
              <a:buNone/>
            </a:pPr>
            <a:endParaRPr lang="hu-HU" sz="32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840E50FA-9170-43B6-8891-24078B041134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able of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Csoportba foglalás 31"/>
          <p:cNvGrpSpPr/>
          <p:nvPr/>
        </p:nvGrpSpPr>
        <p:grpSpPr>
          <a:xfrm>
            <a:off x="8540280" y="5065920"/>
            <a:ext cx="1280160" cy="548640"/>
            <a:chOff x="8540280" y="5065920"/>
            <a:chExt cx="1280160" cy="548640"/>
          </a:xfrm>
        </p:grpSpPr>
        <p:sp>
          <p:nvSpPr>
            <p:cNvPr id="33" name="Ellipszis 32"/>
            <p:cNvSpPr/>
            <p:nvPr/>
          </p:nvSpPr>
          <p:spPr>
            <a:xfrm rot="21598800" flipV="1">
              <a:off x="9637560" y="5431680"/>
              <a:ext cx="182880" cy="182880"/>
            </a:xfrm>
            <a:prstGeom prst="ellipse">
              <a:avLst/>
            </a:prstGeom>
            <a:blipFill rotWithShape="0">
              <a:blip r:embed="rId2"/>
              <a:srcRect/>
              <a:tile tx="0" ty="0" sx="74822" sy="74822" algn="ctr"/>
            </a:blipFill>
            <a:ln w="0">
              <a:noFill/>
            </a:ln>
            <a:effectLst>
              <a:outerShdw dist="103350" dir="2700000" rotWithShape="0">
                <a:srgbClr val="808080">
                  <a:alpha val="65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endParaRPr lang="hu-HU" sz="1800" b="0" u="none" strike="noStrik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34" name="Ellipszis 33"/>
            <p:cNvSpPr/>
            <p:nvPr/>
          </p:nvSpPr>
          <p:spPr>
            <a:xfrm rot="21598800" flipV="1">
              <a:off x="9271800" y="5431680"/>
              <a:ext cx="182880" cy="182880"/>
            </a:xfrm>
            <a:prstGeom prst="ellipse">
              <a:avLst/>
            </a:prstGeom>
            <a:blipFill rotWithShape="0">
              <a:blip r:embed="rId2"/>
              <a:srcRect/>
              <a:tile tx="0" ty="0" sx="74822" sy="74822" algn="ctr"/>
            </a:blipFill>
            <a:ln w="0">
              <a:noFill/>
            </a:ln>
            <a:effectLst>
              <a:outerShdw dist="103350" dir="2700000" rotWithShape="0">
                <a:srgbClr val="808080">
                  <a:alpha val="65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endParaRPr lang="hu-HU" sz="1800" b="0" u="none" strike="noStrik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35" name="Ellipszis 34"/>
            <p:cNvSpPr/>
            <p:nvPr/>
          </p:nvSpPr>
          <p:spPr>
            <a:xfrm rot="21598800" flipV="1">
              <a:off x="8906400" y="5431680"/>
              <a:ext cx="182880" cy="182880"/>
            </a:xfrm>
            <a:prstGeom prst="ellipse">
              <a:avLst/>
            </a:prstGeom>
            <a:blipFill rotWithShape="0">
              <a:blip r:embed="rId2"/>
              <a:srcRect/>
              <a:tile tx="0" ty="0" sx="74822" sy="74822" algn="ctr"/>
            </a:blipFill>
            <a:ln w="0">
              <a:noFill/>
            </a:ln>
            <a:effectLst>
              <a:outerShdw dist="103350" dir="2700000" rotWithShape="0">
                <a:srgbClr val="808080">
                  <a:alpha val="65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endParaRPr lang="hu-HU" sz="1800" b="0" u="none" strike="noStrik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36" name="Ellipszis 35"/>
            <p:cNvSpPr/>
            <p:nvPr/>
          </p:nvSpPr>
          <p:spPr>
            <a:xfrm rot="21598800" flipV="1">
              <a:off x="8540280" y="5431680"/>
              <a:ext cx="182880" cy="182880"/>
            </a:xfrm>
            <a:prstGeom prst="ellipse">
              <a:avLst/>
            </a:prstGeom>
            <a:blipFill rotWithShape="0">
              <a:blip r:embed="rId2"/>
              <a:srcRect/>
              <a:tile tx="0" ty="0" sx="74822" sy="74822" algn="ctr"/>
            </a:blipFill>
            <a:ln w="0">
              <a:noFill/>
            </a:ln>
            <a:effectLst>
              <a:outerShdw dist="103350" dir="2700000" rotWithShape="0">
                <a:srgbClr val="808080">
                  <a:alpha val="65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endParaRPr lang="hu-HU" sz="1800" b="0" u="none" strike="noStrik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37" name="Ellipszis 36"/>
            <p:cNvSpPr/>
            <p:nvPr/>
          </p:nvSpPr>
          <p:spPr>
            <a:xfrm rot="21598800" flipV="1">
              <a:off x="8540280" y="5065920"/>
              <a:ext cx="182880" cy="182880"/>
            </a:xfrm>
            <a:prstGeom prst="ellipse">
              <a:avLst/>
            </a:prstGeom>
            <a:blipFill rotWithShape="0">
              <a:blip r:embed="rId2"/>
              <a:srcRect/>
              <a:tile tx="0" ty="0" sx="74822" sy="74822" algn="ctr"/>
            </a:blipFill>
            <a:ln w="0">
              <a:noFill/>
            </a:ln>
            <a:effectLst>
              <a:outerShdw dist="103350" dir="2700000" rotWithShape="0">
                <a:srgbClr val="808080">
                  <a:alpha val="65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endParaRPr lang="hu-HU" sz="1800" b="0" u="none" strike="noStrik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38" name="Ellipszis 37"/>
            <p:cNvSpPr/>
            <p:nvPr/>
          </p:nvSpPr>
          <p:spPr>
            <a:xfrm rot="21598800" flipV="1">
              <a:off x="8906400" y="5065920"/>
              <a:ext cx="182880" cy="182880"/>
            </a:xfrm>
            <a:prstGeom prst="ellipse">
              <a:avLst/>
            </a:prstGeom>
            <a:blipFill rotWithShape="0">
              <a:blip r:embed="rId2"/>
              <a:srcRect/>
              <a:tile tx="0" ty="0" sx="74822" sy="74822" algn="ctr"/>
            </a:blipFill>
            <a:ln w="0">
              <a:noFill/>
            </a:ln>
            <a:effectLst>
              <a:outerShdw dist="103350" dir="2700000" rotWithShape="0">
                <a:srgbClr val="808080">
                  <a:alpha val="65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endParaRPr lang="hu-HU" sz="1800" b="0" u="none" strike="noStrik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39" name="Ellipszis 38"/>
            <p:cNvSpPr/>
            <p:nvPr/>
          </p:nvSpPr>
          <p:spPr>
            <a:xfrm rot="21598800" flipV="1">
              <a:off x="9271800" y="5066280"/>
              <a:ext cx="182880" cy="182880"/>
            </a:xfrm>
            <a:prstGeom prst="ellipse">
              <a:avLst/>
            </a:prstGeom>
            <a:blipFill rotWithShape="0">
              <a:blip r:embed="rId2"/>
              <a:srcRect/>
              <a:tile tx="0" ty="0" sx="74822" sy="74822" algn="ctr"/>
            </a:blipFill>
            <a:ln w="0">
              <a:noFill/>
            </a:ln>
            <a:effectLst>
              <a:outerShdw dist="103350" dir="2700000" rotWithShape="0">
                <a:srgbClr val="808080">
                  <a:alpha val="65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endParaRPr lang="hu-HU" sz="1800" b="0" u="none" strike="noStrik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40" name="Ellipszis 39"/>
            <p:cNvSpPr/>
            <p:nvPr/>
          </p:nvSpPr>
          <p:spPr>
            <a:xfrm rot="21598800" flipV="1">
              <a:off x="9637560" y="5065920"/>
              <a:ext cx="182880" cy="182880"/>
            </a:xfrm>
            <a:prstGeom prst="ellipse">
              <a:avLst/>
            </a:prstGeom>
            <a:blipFill rotWithShape="0">
              <a:blip r:embed="rId2"/>
              <a:srcRect/>
              <a:tile tx="0" ty="0" sx="74822" sy="74822" algn="ctr"/>
            </a:blipFill>
            <a:ln w="0">
              <a:noFill/>
            </a:ln>
            <a:effectLst>
              <a:outerShdw dist="103350" dir="2700000" rotWithShape="0">
                <a:srgbClr val="808080">
                  <a:alpha val="65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endParaRPr lang="hu-HU" sz="1800" b="0" u="none" strike="noStrik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</p:grpSp>
      <p:sp>
        <p:nvSpPr>
          <p:cNvPr id="41" name="Ellipszis 40"/>
          <p:cNvSpPr/>
          <p:nvPr/>
        </p:nvSpPr>
        <p:spPr>
          <a:xfrm>
            <a:off x="1499760" y="1774080"/>
            <a:ext cx="2926080" cy="2926080"/>
          </a:xfrm>
          <a:prstGeom prst="ellipse">
            <a:avLst/>
          </a:prstGeom>
          <a:solidFill>
            <a:srgbClr val="CCCCCC">
              <a:alpha val="20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endParaRPr lang="hu-HU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42" name="Ellipszis 41"/>
          <p:cNvSpPr/>
          <p:nvPr/>
        </p:nvSpPr>
        <p:spPr>
          <a:xfrm>
            <a:off x="1225080" y="1134360"/>
            <a:ext cx="1189080" cy="1188360"/>
          </a:xfrm>
          <a:prstGeom prst="ellipse">
            <a:avLst/>
          </a:prstGeom>
          <a:solidFill>
            <a:srgbClr val="CCCCCC">
              <a:alpha val="20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endParaRPr lang="hu-HU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43" name="Ellipszis 42"/>
          <p:cNvSpPr/>
          <p:nvPr/>
        </p:nvSpPr>
        <p:spPr>
          <a:xfrm>
            <a:off x="3420000" y="4242960"/>
            <a:ext cx="640080" cy="640080"/>
          </a:xfrm>
          <a:prstGeom prst="ellipse">
            <a:avLst/>
          </a:prstGeom>
          <a:solidFill>
            <a:srgbClr val="CCCCCC">
              <a:alpha val="20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endParaRPr lang="hu-HU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pic>
        <p:nvPicPr>
          <p:cNvPr id="44" name="Kép 43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xmlns:mc="http://schemas.openxmlformats.org/markup-compatibility/2006" xmlns:p15="http://schemas.microsoft.com/office/powerpoint/2012/main" xmlns:p14="http://schemas.microsoft.com/office/powerpoint/2010/main" xmlns="" r:embed="rId11"/>
              </a:ext>
            </a:extLst>
          </a:blip>
          <a:stretch/>
        </p:blipFill>
        <p:spPr>
          <a:xfrm>
            <a:off x="4349520" y="792360"/>
            <a:ext cx="5526000" cy="4145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468000" y="468000"/>
            <a:ext cx="907200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>
            <a:lvl1pPr indent="0" algn="ctr">
              <a:buNone/>
              <a:defRPr lang="hu-HU" sz="4400" b="1" u="none" strike="noStrike">
                <a:solidFill>
                  <a:srgbClr val="FFFFFF"/>
                </a:solidFill>
                <a:effectLst/>
                <a:uFillTx/>
                <a:latin typeface="Noto Sans"/>
              </a:defRPr>
            </a:lvl1pPr>
          </a:lstStyle>
          <a:p>
            <a:pPr indent="0" algn="ctr">
              <a:buNone/>
            </a:pPr>
            <a:r>
              <a:rPr lang="hu-HU" sz="4400" b="1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Click to edit the title text format</a:t>
            </a:r>
          </a:p>
        </p:txBody>
      </p:sp>
      <p:sp>
        <p:nvSpPr>
          <p:cNvPr id="46" name="PlaceHolder 2"/>
          <p:cNvSpPr>
            <a:spLocks noGrp="1"/>
          </p:cNvSpPr>
          <p:nvPr>
            <p:ph type="body"/>
          </p:nvPr>
        </p:nvSpPr>
        <p:spPr>
          <a:xfrm>
            <a:off x="468000" y="1800000"/>
            <a:ext cx="616320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9999"/>
          </a:bodyPr>
          <a:lstStyle>
            <a:lvl1pPr algn="l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hu-HU" sz="3200" b="0" u="none" strike="noStrike">
                <a:solidFill>
                  <a:srgbClr val="FFFFFF"/>
                </a:solidFill>
                <a:effectLst/>
                <a:uFillTx/>
                <a:latin typeface="Noto Sans"/>
              </a:defRPr>
            </a:lvl1pPr>
            <a:lvl2pPr lvl="1" algn="l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hu-HU" sz="2800" b="0" u="none" strike="noStrike">
                <a:solidFill>
                  <a:srgbClr val="FFFFFF"/>
                </a:solidFill>
                <a:effectLst/>
                <a:uFillTx/>
                <a:latin typeface="Noto Sans"/>
              </a:defRPr>
            </a:lvl2pPr>
            <a:lvl3pPr lvl="2" algn="l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hu-HU" sz="2400" b="0" u="none" strike="noStrike">
                <a:solidFill>
                  <a:srgbClr val="FFFFFF"/>
                </a:solidFill>
                <a:effectLst/>
                <a:uFillTx/>
                <a:latin typeface="Noto Sans"/>
              </a:defRPr>
            </a:lvl3pPr>
            <a:lvl4pPr lvl="3" algn="l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hu-HU" sz="2000" b="0" u="none" strike="noStrike">
                <a:solidFill>
                  <a:srgbClr val="FFFFFF"/>
                </a:solidFill>
                <a:effectLst/>
                <a:uFillTx/>
                <a:latin typeface="Noto Sans"/>
              </a:defRPr>
            </a:lvl4pPr>
            <a:lvl5pPr lvl="4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hu-HU" sz="2000" b="0" u="none" strike="noStrike">
                <a:solidFill>
                  <a:srgbClr val="FFFFFF"/>
                </a:solidFill>
                <a:effectLst/>
                <a:uFillTx/>
                <a:latin typeface="Noto Sans"/>
              </a:defRPr>
            </a:lvl5pPr>
            <a:lvl6pPr lvl="5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hu-HU" sz="2000" b="0" u="none" strike="noStrike">
                <a:solidFill>
                  <a:srgbClr val="FFFFFF"/>
                </a:solidFill>
                <a:effectLst/>
                <a:uFillTx/>
                <a:latin typeface="Noto Sans"/>
              </a:defRPr>
            </a:lvl6pPr>
            <a:lvl7pPr lvl="6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hu-HU" sz="2000" b="0" u="none" strike="noStrike">
                <a:solidFill>
                  <a:srgbClr val="FFFFFF"/>
                </a:solidFill>
                <a:effectLst/>
                <a:uFillTx/>
                <a:latin typeface="Noto Sans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3200" b="0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Click to edit the outline text format</a:t>
            </a:r>
          </a:p>
          <a:p>
            <a:pPr marL="864000" lvl="1" indent="-324000" algn="l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hu-HU" sz="2800" b="0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Second Outline Level</a:t>
            </a:r>
          </a:p>
          <a:p>
            <a:pPr marL="1296000" lvl="2" indent="-288000" algn="l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400" b="0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Third Outline Level</a:t>
            </a:r>
          </a:p>
          <a:p>
            <a:pPr marL="1728000" lvl="3" indent="-216000" algn="l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hu-HU" sz="2000" b="0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Fourth Outline Level</a:t>
            </a:r>
          </a:p>
          <a:p>
            <a:pPr marL="2160000" lvl="4" indent="-216000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000" b="0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Fifth Outline Level</a:t>
            </a:r>
          </a:p>
          <a:p>
            <a:pPr marL="2592000" lvl="5" indent="-216000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000" b="0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Sixth Outline Level</a:t>
            </a:r>
          </a:p>
          <a:p>
            <a:pPr marL="3024000" lvl="6" indent="-216000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000" b="0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Seventh Outline Level</a:t>
            </a:r>
          </a:p>
        </p:txBody>
      </p:sp>
      <p:sp>
        <p:nvSpPr>
          <p:cNvPr id="47" name="PlaceHolder 3"/>
          <p:cNvSpPr>
            <a:spLocks noGrp="1"/>
          </p:cNvSpPr>
          <p:nvPr>
            <p:ph type="dt" idx="4"/>
          </p:nvPr>
        </p:nvSpPr>
        <p:spPr>
          <a:xfrm>
            <a:off x="468000" y="516600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hu-HU" sz="1400" b="0" u="none" strike="noStrike">
                <a:solidFill>
                  <a:srgbClr val="FFFFFF"/>
                </a:solidFill>
                <a:effectLst/>
                <a:uFillTx/>
                <a:latin typeface="Noto Sans"/>
              </a:defRPr>
            </a:lvl1pPr>
          </a:lstStyle>
          <a:p>
            <a:pPr indent="0" algn="l">
              <a:buNone/>
            </a:pPr>
            <a:r>
              <a:rPr lang="hu-HU" sz="1400" b="0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&lt;date/time&gt;</a:t>
            </a:r>
          </a:p>
        </p:txBody>
      </p:sp>
      <p:sp>
        <p:nvSpPr>
          <p:cNvPr id="48" name="PlaceHolder 4"/>
          <p:cNvSpPr>
            <a:spLocks noGrp="1"/>
          </p:cNvSpPr>
          <p:nvPr>
            <p:ph type="ftr" idx="5"/>
          </p:nvPr>
        </p:nvSpPr>
        <p:spPr>
          <a:xfrm>
            <a:off x="3442680" y="5166000"/>
            <a:ext cx="3195000" cy="39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ctr">
              <a:buNone/>
              <a:defRPr lang="hu-HU" sz="1400" b="0" u="none" strike="noStrike">
                <a:solidFill>
                  <a:srgbClr val="FFFFFF"/>
                </a:solidFill>
                <a:effectLst/>
                <a:uFillTx/>
                <a:latin typeface="Noto Sans"/>
              </a:defRPr>
            </a:lvl1pPr>
          </a:lstStyle>
          <a:p>
            <a:pPr indent="0" algn="ctr">
              <a:buNone/>
            </a:pPr>
            <a:r>
              <a:rPr lang="hu-HU" sz="1400" b="0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&lt;footer&gt;</a:t>
            </a:r>
          </a:p>
        </p:txBody>
      </p:sp>
      <p:sp>
        <p:nvSpPr>
          <p:cNvPr id="49" name="PlaceHolder 5"/>
          <p:cNvSpPr>
            <a:spLocks noGrp="1"/>
          </p:cNvSpPr>
          <p:nvPr>
            <p:ph type="sldNum" idx="6"/>
          </p:nvPr>
        </p:nvSpPr>
        <p:spPr>
          <a:xfrm>
            <a:off x="7227360" y="516600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hu-HU" sz="1400" b="0" u="none" strike="noStrike">
                <a:solidFill>
                  <a:srgbClr val="FFFFFF"/>
                </a:solidFill>
                <a:effectLst/>
                <a:uFillTx/>
                <a:latin typeface="Noto Sans"/>
              </a:defRPr>
            </a:lvl1pPr>
          </a:lstStyle>
          <a:p>
            <a:pPr indent="0" algn="r">
              <a:buNone/>
            </a:pPr>
            <a:fld id="{F2D84E96-9B4D-4C03-AFEB-3237F8F6901E}" type="slidenum">
              <a:rPr lang="hu-HU" sz="1400" b="0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‹#›</a:t>
            </a:fld>
            <a:endParaRPr lang="hu-HU" sz="14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nten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" name="Csoportba foglalás 49"/>
          <p:cNvGrpSpPr/>
          <p:nvPr/>
        </p:nvGrpSpPr>
        <p:grpSpPr>
          <a:xfrm>
            <a:off x="7406640" y="3566160"/>
            <a:ext cx="2377440" cy="4297680"/>
            <a:chOff x="7406640" y="3566160"/>
            <a:chExt cx="2377440" cy="4297680"/>
          </a:xfrm>
        </p:grpSpPr>
        <p:sp>
          <p:nvSpPr>
            <p:cNvPr id="51" name="Téglalap 50"/>
            <p:cNvSpPr/>
            <p:nvPr/>
          </p:nvSpPr>
          <p:spPr>
            <a:xfrm>
              <a:off x="8138160" y="4754880"/>
              <a:ext cx="457200" cy="2560320"/>
            </a:xfrm>
            <a:prstGeom prst="rect">
              <a:avLst/>
            </a:prstGeom>
            <a:blipFill rotWithShape="0">
              <a:blip r:embed="rId2"/>
              <a:srcRect/>
              <a:tile tx="0" ty="0" sx="74822" sy="74822" algn="ctr"/>
            </a:blip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endParaRPr lang="hu-HU" sz="1800" b="0" u="none" strike="noStrik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52" name="Téglalap 51"/>
            <p:cNvSpPr/>
            <p:nvPr/>
          </p:nvSpPr>
          <p:spPr>
            <a:xfrm>
              <a:off x="8961120" y="3566160"/>
              <a:ext cx="457200" cy="2560320"/>
            </a:xfrm>
            <a:prstGeom prst="rect">
              <a:avLst/>
            </a:prstGeom>
            <a:blipFill rotWithShape="0">
              <a:blip r:embed="rId2"/>
              <a:srcRect/>
              <a:tile tx="0" ty="0" sx="74822" sy="74822" algn="ctr"/>
            </a:blip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endParaRPr lang="hu-HU" sz="1800" b="0" u="none" strike="noStrik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53" name="Téglalap 52"/>
            <p:cNvSpPr/>
            <p:nvPr/>
          </p:nvSpPr>
          <p:spPr>
            <a:xfrm>
              <a:off x="7406640" y="5303520"/>
              <a:ext cx="457200" cy="2560320"/>
            </a:xfrm>
            <a:prstGeom prst="rect">
              <a:avLst/>
            </a:prstGeom>
            <a:blipFill rotWithShape="0">
              <a:blip r:embed="rId2"/>
              <a:srcRect/>
              <a:tile tx="0" ty="0" sx="74822" sy="74822" algn="ctr"/>
            </a:blip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endParaRPr lang="hu-HU" sz="1800" b="0" u="none" strike="noStrik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54" name="Téglalap 53"/>
            <p:cNvSpPr/>
            <p:nvPr/>
          </p:nvSpPr>
          <p:spPr>
            <a:xfrm>
              <a:off x="8503920" y="5120640"/>
              <a:ext cx="1280160" cy="91440"/>
            </a:xfrm>
            <a:prstGeom prst="rect">
              <a:avLst/>
            </a:prstGeom>
            <a:solidFill>
              <a:srgbClr val="CCCCCC">
                <a:alpha val="75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endParaRPr lang="hu-HU" sz="1800" b="0" u="none" strike="noStrik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55" name="Téglalap 54"/>
            <p:cNvSpPr/>
            <p:nvPr/>
          </p:nvSpPr>
          <p:spPr>
            <a:xfrm>
              <a:off x="8321040" y="5303520"/>
              <a:ext cx="914400" cy="91440"/>
            </a:xfrm>
            <a:prstGeom prst="rect">
              <a:avLst/>
            </a:prstGeom>
            <a:solidFill>
              <a:srgbClr val="CCCCCC">
                <a:alpha val="75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endParaRPr lang="hu-HU" sz="1800" b="0" u="none" strike="noStrik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56" name="Téglalap 55"/>
            <p:cNvSpPr/>
            <p:nvPr/>
          </p:nvSpPr>
          <p:spPr>
            <a:xfrm>
              <a:off x="8869680" y="5486400"/>
              <a:ext cx="914400" cy="91440"/>
            </a:xfrm>
            <a:prstGeom prst="rect">
              <a:avLst/>
            </a:prstGeom>
            <a:solidFill>
              <a:srgbClr val="CCCCCC">
                <a:alpha val="75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endParaRPr lang="hu-HU" sz="1800" b="0" u="none" strike="noStrik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</p:grpSp>
      <p:grpSp>
        <p:nvGrpSpPr>
          <p:cNvPr id="57" name="Csoportba foglalás 56"/>
          <p:cNvGrpSpPr/>
          <p:nvPr/>
        </p:nvGrpSpPr>
        <p:grpSpPr>
          <a:xfrm>
            <a:off x="274320" y="-2103120"/>
            <a:ext cx="5943600" cy="7406640"/>
            <a:chOff x="274320" y="-2103120"/>
            <a:chExt cx="5943600" cy="7406640"/>
          </a:xfrm>
        </p:grpSpPr>
        <p:sp>
          <p:nvSpPr>
            <p:cNvPr id="58" name="Téglalap 57"/>
            <p:cNvSpPr/>
            <p:nvPr/>
          </p:nvSpPr>
          <p:spPr>
            <a:xfrm>
              <a:off x="1463040" y="-1554480"/>
              <a:ext cx="457200" cy="2560320"/>
            </a:xfrm>
            <a:prstGeom prst="rect">
              <a:avLst/>
            </a:prstGeom>
            <a:blipFill rotWithShape="0">
              <a:blip r:embed="rId2"/>
              <a:srcRect/>
              <a:tile tx="0" ty="0" sx="74822" sy="74822" algn="ctr"/>
            </a:blip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endParaRPr lang="hu-HU" sz="1800" b="0" u="none" strike="noStrik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59" name="Téglalap 58"/>
            <p:cNvSpPr/>
            <p:nvPr/>
          </p:nvSpPr>
          <p:spPr>
            <a:xfrm>
              <a:off x="640080" y="-365760"/>
              <a:ext cx="457200" cy="2560320"/>
            </a:xfrm>
            <a:prstGeom prst="rect">
              <a:avLst/>
            </a:prstGeom>
            <a:blipFill rotWithShape="0">
              <a:blip r:embed="rId2"/>
              <a:srcRect/>
              <a:tile tx="0" ty="0" sx="74822" sy="74822" algn="ctr"/>
            </a:blip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endParaRPr lang="hu-HU" sz="1800" b="0" u="none" strike="noStrik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60" name="Téglalap 59"/>
            <p:cNvSpPr/>
            <p:nvPr/>
          </p:nvSpPr>
          <p:spPr>
            <a:xfrm>
              <a:off x="2194560" y="-2103120"/>
              <a:ext cx="457200" cy="2560320"/>
            </a:xfrm>
            <a:prstGeom prst="rect">
              <a:avLst/>
            </a:prstGeom>
            <a:blipFill rotWithShape="0">
              <a:blip r:embed="rId2"/>
              <a:srcRect/>
              <a:tile tx="0" ty="0" sx="74822" sy="74822" algn="ctr"/>
            </a:blip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endParaRPr lang="hu-HU" sz="1800" b="0" u="none" strike="noStrik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61" name="Téglalap 60"/>
            <p:cNvSpPr/>
            <p:nvPr/>
          </p:nvSpPr>
          <p:spPr>
            <a:xfrm>
              <a:off x="274320" y="182880"/>
              <a:ext cx="914400" cy="91440"/>
            </a:xfrm>
            <a:prstGeom prst="rect">
              <a:avLst/>
            </a:prstGeom>
            <a:solidFill>
              <a:srgbClr val="CCCCCC">
                <a:alpha val="75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endParaRPr lang="hu-HU" sz="1800" b="0" u="none" strike="noStrik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62" name="Téglalap 61"/>
            <p:cNvSpPr/>
            <p:nvPr/>
          </p:nvSpPr>
          <p:spPr>
            <a:xfrm>
              <a:off x="822960" y="365760"/>
              <a:ext cx="914400" cy="91440"/>
            </a:xfrm>
            <a:prstGeom prst="rect">
              <a:avLst/>
            </a:prstGeom>
            <a:solidFill>
              <a:srgbClr val="CCCCCC">
                <a:alpha val="75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endParaRPr lang="hu-HU" sz="1800" b="0" u="none" strike="noStrik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63" name="Téglalap 62"/>
            <p:cNvSpPr/>
            <p:nvPr/>
          </p:nvSpPr>
          <p:spPr>
            <a:xfrm>
              <a:off x="274320" y="548640"/>
              <a:ext cx="1280160" cy="91440"/>
            </a:xfrm>
            <a:prstGeom prst="rect">
              <a:avLst/>
            </a:prstGeom>
            <a:solidFill>
              <a:srgbClr val="CCCCCC">
                <a:alpha val="75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endParaRPr lang="hu-HU" sz="1800" b="0" u="none" strike="noStrik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64" name="Ellipszis 63"/>
            <p:cNvSpPr/>
            <p:nvPr/>
          </p:nvSpPr>
          <p:spPr>
            <a:xfrm>
              <a:off x="3474720" y="2560320"/>
              <a:ext cx="2743200" cy="2743200"/>
            </a:xfrm>
            <a:prstGeom prst="ellipse">
              <a:avLst/>
            </a:prstGeom>
            <a:solidFill>
              <a:srgbClr val="8D99AE">
                <a:alpha val="10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endParaRPr lang="hu-HU" sz="1800" b="0" u="none" strike="noStrike">
                <a:solidFill>
                  <a:srgbClr val="FFFFFF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65" name="Téglalap 64"/>
            <p:cNvSpPr/>
            <p:nvPr/>
          </p:nvSpPr>
          <p:spPr>
            <a:xfrm>
              <a:off x="914400" y="2835000"/>
              <a:ext cx="91440" cy="1645920"/>
            </a:xfrm>
            <a:prstGeom prst="rect">
              <a:avLst/>
            </a:prstGeom>
            <a:solidFill>
              <a:srgbClr val="CCCCCC">
                <a:alpha val="75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endParaRPr lang="hu-HU" sz="1800" b="0" u="none" strike="noStrik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</p:grpSp>
      <p:sp>
        <p:nvSpPr>
          <p:cNvPr id="66" name="PlaceHolder 1"/>
          <p:cNvSpPr>
            <a:spLocks noGrp="1"/>
          </p:cNvSpPr>
          <p:nvPr>
            <p:ph type="title"/>
          </p:nvPr>
        </p:nvSpPr>
        <p:spPr>
          <a:xfrm>
            <a:off x="1260000" y="468000"/>
            <a:ext cx="828000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 fontScale="85000" lnSpcReduction="9999"/>
          </a:bodyPr>
          <a:lstStyle>
            <a:lvl1pPr indent="0" algn="ctr">
              <a:buNone/>
              <a:defRPr lang="hu-HU" sz="4400" b="1" u="wavyHeavy" strike="noStrike">
                <a:solidFill>
                  <a:srgbClr val="FFFFFF"/>
                </a:solidFill>
                <a:effectLst/>
                <a:uFillTx/>
                <a:latin typeface="Noto Sans"/>
              </a:defRPr>
            </a:lvl1pPr>
          </a:lstStyle>
          <a:p>
            <a:pPr indent="0" algn="ctr">
              <a:buNone/>
            </a:pPr>
            <a:r>
              <a:rPr lang="hu-HU" sz="4400" b="1" u="wavyHeavy" strike="noStrike">
                <a:solidFill>
                  <a:srgbClr val="FFFFFF"/>
                </a:solidFill>
                <a:effectLst/>
                <a:uFillTx/>
                <a:latin typeface="Noto Sans"/>
              </a:rPr>
              <a:t>Click to edit the title text format</a:t>
            </a:r>
          </a:p>
        </p:txBody>
      </p:sp>
      <p:sp>
        <p:nvSpPr>
          <p:cNvPr id="67" name="PlaceHolder 2"/>
          <p:cNvSpPr>
            <a:spLocks noGrp="1"/>
          </p:cNvSpPr>
          <p:nvPr>
            <p:ph type="body"/>
          </p:nvPr>
        </p:nvSpPr>
        <p:spPr>
          <a:xfrm>
            <a:off x="1260000" y="1800000"/>
            <a:ext cx="828000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hu-HU" sz="3200" b="0" u="none" strike="noStrike">
                <a:solidFill>
                  <a:srgbClr val="FFFFFF"/>
                </a:solidFill>
                <a:effectLst/>
                <a:uFillTx/>
                <a:latin typeface="Noto Sans"/>
              </a:defRPr>
            </a:lvl1pPr>
            <a:lvl2pPr lvl="1" algn="l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hu-HU" sz="2800" b="0" u="none" strike="noStrike">
                <a:solidFill>
                  <a:srgbClr val="FFFFFF"/>
                </a:solidFill>
                <a:effectLst/>
                <a:uFillTx/>
                <a:latin typeface="Noto Sans"/>
              </a:defRPr>
            </a:lvl2pPr>
            <a:lvl3pPr lvl="2" algn="l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hu-HU" sz="2400" b="0" u="none" strike="noStrike">
                <a:solidFill>
                  <a:srgbClr val="FFFFFF"/>
                </a:solidFill>
                <a:effectLst/>
                <a:uFillTx/>
                <a:latin typeface="Noto Sans"/>
              </a:defRPr>
            </a:lvl3pPr>
            <a:lvl4pPr lvl="3" algn="l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hu-HU" sz="2000" b="0" u="none" strike="noStrike">
                <a:solidFill>
                  <a:srgbClr val="FFFFFF"/>
                </a:solidFill>
                <a:effectLst/>
                <a:uFillTx/>
                <a:latin typeface="Noto Sans"/>
              </a:defRPr>
            </a:lvl4pPr>
            <a:lvl5pPr lvl="4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hu-HU" sz="2000" b="0" u="none" strike="noStrike">
                <a:solidFill>
                  <a:srgbClr val="FFFFFF"/>
                </a:solidFill>
                <a:effectLst/>
                <a:uFillTx/>
                <a:latin typeface="Noto Sans"/>
              </a:defRPr>
            </a:lvl5pPr>
            <a:lvl6pPr lvl="5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hu-HU" sz="2000" b="0" u="none" strike="noStrike">
                <a:solidFill>
                  <a:srgbClr val="FFFFFF"/>
                </a:solidFill>
                <a:effectLst/>
                <a:uFillTx/>
                <a:latin typeface="Noto Sans"/>
              </a:defRPr>
            </a:lvl6pPr>
            <a:lvl7pPr lvl="6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hu-HU" sz="2000" b="0" u="none" strike="noStrike">
                <a:solidFill>
                  <a:srgbClr val="FFFFFF"/>
                </a:solidFill>
                <a:effectLst/>
                <a:uFillTx/>
                <a:latin typeface="Noto Sans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3200" b="0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Click to edit the outline text format</a:t>
            </a:r>
          </a:p>
          <a:p>
            <a:pPr marL="864000" lvl="1" indent="-324000" algn="l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hu-HU" sz="2800" b="0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Second Outline Level</a:t>
            </a:r>
          </a:p>
          <a:p>
            <a:pPr marL="1296000" lvl="2" indent="-288000" algn="l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400" b="0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Third Outline Level</a:t>
            </a:r>
          </a:p>
          <a:p>
            <a:pPr marL="1728000" lvl="3" indent="-216000" algn="l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hu-HU" sz="2000" b="0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Fourth Outline Level</a:t>
            </a:r>
          </a:p>
          <a:p>
            <a:pPr marL="2160000" lvl="4" indent="-216000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000" b="0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Fifth Outline Level</a:t>
            </a:r>
          </a:p>
          <a:p>
            <a:pPr marL="2592000" lvl="5" indent="-216000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000" b="0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Sixth Outline Level</a:t>
            </a:r>
          </a:p>
          <a:p>
            <a:pPr marL="3024000" lvl="6" indent="-216000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000" b="0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Seventh Outline Level</a:t>
            </a:r>
          </a:p>
        </p:txBody>
      </p:sp>
      <p:sp>
        <p:nvSpPr>
          <p:cNvPr id="68" name="PlaceHolder 3"/>
          <p:cNvSpPr>
            <a:spLocks noGrp="1"/>
          </p:cNvSpPr>
          <p:nvPr>
            <p:ph type="dt" idx="10"/>
          </p:nvPr>
        </p:nvSpPr>
        <p:spPr>
          <a:xfrm>
            <a:off x="468000" y="516600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hu-HU" sz="1400" b="0" u="none" strike="noStrike">
                <a:solidFill>
                  <a:srgbClr val="FFFFFF"/>
                </a:solidFill>
                <a:effectLst/>
                <a:uFillTx/>
                <a:latin typeface="Noto Sans"/>
              </a:defRPr>
            </a:lvl1pPr>
          </a:lstStyle>
          <a:p>
            <a:pPr indent="0" algn="l">
              <a:buNone/>
            </a:pPr>
            <a:r>
              <a:rPr lang="hu-HU" sz="1400" b="0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&lt;date/time&gt;</a:t>
            </a:r>
          </a:p>
        </p:txBody>
      </p:sp>
      <p:sp>
        <p:nvSpPr>
          <p:cNvPr id="69" name="PlaceHolder 4"/>
          <p:cNvSpPr>
            <a:spLocks noGrp="1"/>
          </p:cNvSpPr>
          <p:nvPr>
            <p:ph type="ftr" idx="11"/>
          </p:nvPr>
        </p:nvSpPr>
        <p:spPr>
          <a:xfrm>
            <a:off x="3442680" y="5166000"/>
            <a:ext cx="3195000" cy="39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ctr">
              <a:buNone/>
              <a:defRPr lang="hu-HU" sz="1400" b="0" u="none" strike="noStrike">
                <a:solidFill>
                  <a:srgbClr val="FFFFFF"/>
                </a:solidFill>
                <a:effectLst/>
                <a:uFillTx/>
                <a:latin typeface="Noto Sans"/>
              </a:defRPr>
            </a:lvl1pPr>
          </a:lstStyle>
          <a:p>
            <a:pPr indent="0" algn="ctr">
              <a:buNone/>
            </a:pPr>
            <a:r>
              <a:rPr lang="hu-HU" sz="1400" b="0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&lt;footer&gt;</a:t>
            </a:r>
          </a:p>
        </p:txBody>
      </p:sp>
      <p:sp>
        <p:nvSpPr>
          <p:cNvPr id="70" name="PlaceHolder 5"/>
          <p:cNvSpPr>
            <a:spLocks noGrp="1"/>
          </p:cNvSpPr>
          <p:nvPr>
            <p:ph type="sldNum" idx="12"/>
          </p:nvPr>
        </p:nvSpPr>
        <p:spPr>
          <a:xfrm>
            <a:off x="7227360" y="516600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hu-HU" sz="1400" b="0" u="none" strike="noStrike">
                <a:solidFill>
                  <a:srgbClr val="FFFFFF"/>
                </a:solidFill>
                <a:effectLst/>
                <a:uFillTx/>
                <a:latin typeface="Noto Sans"/>
              </a:defRPr>
            </a:lvl1pPr>
          </a:lstStyle>
          <a:p>
            <a:pPr indent="0" algn="r">
              <a:buNone/>
            </a:pPr>
            <a:fld id="{76B88007-B604-4D5F-B1B0-DF9F7C512B9F}" type="slidenum">
              <a:rPr lang="hu-HU" sz="1400" b="0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‹#›</a:t>
            </a:fld>
            <a:endParaRPr lang="hu-HU" sz="14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Conten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" name="Csoportba foglalás 49"/>
          <p:cNvGrpSpPr/>
          <p:nvPr/>
        </p:nvGrpSpPr>
        <p:grpSpPr>
          <a:xfrm>
            <a:off x="7406640" y="3566160"/>
            <a:ext cx="2377440" cy="4297680"/>
            <a:chOff x="7406640" y="3566160"/>
            <a:chExt cx="2377440" cy="4297680"/>
          </a:xfrm>
        </p:grpSpPr>
        <p:sp>
          <p:nvSpPr>
            <p:cNvPr id="51" name="Téglalap 50"/>
            <p:cNvSpPr/>
            <p:nvPr/>
          </p:nvSpPr>
          <p:spPr>
            <a:xfrm>
              <a:off x="8138160" y="4754880"/>
              <a:ext cx="457200" cy="2560320"/>
            </a:xfrm>
            <a:prstGeom prst="rect">
              <a:avLst/>
            </a:prstGeom>
            <a:blipFill rotWithShape="0">
              <a:blip r:embed="rId2"/>
              <a:srcRect/>
              <a:tile tx="0" ty="0" sx="74822" sy="74822" algn="ctr"/>
            </a:blip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endParaRPr lang="hu-HU" sz="1800" b="0" u="none" strike="noStrik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52" name="Téglalap 51"/>
            <p:cNvSpPr/>
            <p:nvPr/>
          </p:nvSpPr>
          <p:spPr>
            <a:xfrm>
              <a:off x="8961120" y="3566160"/>
              <a:ext cx="457200" cy="2560320"/>
            </a:xfrm>
            <a:prstGeom prst="rect">
              <a:avLst/>
            </a:prstGeom>
            <a:blipFill rotWithShape="0">
              <a:blip r:embed="rId2"/>
              <a:srcRect/>
              <a:tile tx="0" ty="0" sx="74822" sy="74822" algn="ctr"/>
            </a:blip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endParaRPr lang="hu-HU" sz="1800" b="0" u="none" strike="noStrik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53" name="Téglalap 52"/>
            <p:cNvSpPr/>
            <p:nvPr/>
          </p:nvSpPr>
          <p:spPr>
            <a:xfrm>
              <a:off x="7406640" y="5303520"/>
              <a:ext cx="457200" cy="2560320"/>
            </a:xfrm>
            <a:prstGeom prst="rect">
              <a:avLst/>
            </a:prstGeom>
            <a:blipFill rotWithShape="0">
              <a:blip r:embed="rId2"/>
              <a:srcRect/>
              <a:tile tx="0" ty="0" sx="74822" sy="74822" algn="ctr"/>
            </a:blip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endParaRPr lang="hu-HU" sz="1800" b="0" u="none" strike="noStrik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54" name="Téglalap 53"/>
            <p:cNvSpPr/>
            <p:nvPr/>
          </p:nvSpPr>
          <p:spPr>
            <a:xfrm>
              <a:off x="8503920" y="5120640"/>
              <a:ext cx="1280160" cy="91440"/>
            </a:xfrm>
            <a:prstGeom prst="rect">
              <a:avLst/>
            </a:prstGeom>
            <a:solidFill>
              <a:srgbClr val="CCCCCC">
                <a:alpha val="75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endParaRPr lang="hu-HU" sz="1800" b="0" u="none" strike="noStrik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55" name="Téglalap 54"/>
            <p:cNvSpPr/>
            <p:nvPr/>
          </p:nvSpPr>
          <p:spPr>
            <a:xfrm>
              <a:off x="8321040" y="5303520"/>
              <a:ext cx="914400" cy="91440"/>
            </a:xfrm>
            <a:prstGeom prst="rect">
              <a:avLst/>
            </a:prstGeom>
            <a:solidFill>
              <a:srgbClr val="CCCCCC">
                <a:alpha val="75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endParaRPr lang="hu-HU" sz="1800" b="0" u="none" strike="noStrik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56" name="Téglalap 55"/>
            <p:cNvSpPr/>
            <p:nvPr/>
          </p:nvSpPr>
          <p:spPr>
            <a:xfrm>
              <a:off x="8869680" y="5486400"/>
              <a:ext cx="914400" cy="91440"/>
            </a:xfrm>
            <a:prstGeom prst="rect">
              <a:avLst/>
            </a:prstGeom>
            <a:solidFill>
              <a:srgbClr val="CCCCCC">
                <a:alpha val="75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endParaRPr lang="hu-HU" sz="1800" b="0" u="none" strike="noStrik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</p:grpSp>
      <p:grpSp>
        <p:nvGrpSpPr>
          <p:cNvPr id="57" name="Csoportba foglalás 56"/>
          <p:cNvGrpSpPr/>
          <p:nvPr/>
        </p:nvGrpSpPr>
        <p:grpSpPr>
          <a:xfrm>
            <a:off x="274320" y="-2103120"/>
            <a:ext cx="5943600" cy="7406640"/>
            <a:chOff x="274320" y="-2103120"/>
            <a:chExt cx="5943600" cy="7406640"/>
          </a:xfrm>
        </p:grpSpPr>
        <p:sp>
          <p:nvSpPr>
            <p:cNvPr id="58" name="Téglalap 57"/>
            <p:cNvSpPr/>
            <p:nvPr/>
          </p:nvSpPr>
          <p:spPr>
            <a:xfrm>
              <a:off x="1463040" y="-1554480"/>
              <a:ext cx="457200" cy="2560320"/>
            </a:xfrm>
            <a:prstGeom prst="rect">
              <a:avLst/>
            </a:prstGeom>
            <a:blipFill rotWithShape="0">
              <a:blip r:embed="rId2"/>
              <a:srcRect/>
              <a:tile tx="0" ty="0" sx="74822" sy="74822" algn="ctr"/>
            </a:blip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endParaRPr lang="hu-HU" sz="1800" b="0" u="none" strike="noStrik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59" name="Téglalap 58"/>
            <p:cNvSpPr/>
            <p:nvPr/>
          </p:nvSpPr>
          <p:spPr>
            <a:xfrm>
              <a:off x="640080" y="-365760"/>
              <a:ext cx="457200" cy="2560320"/>
            </a:xfrm>
            <a:prstGeom prst="rect">
              <a:avLst/>
            </a:prstGeom>
            <a:blipFill rotWithShape="0">
              <a:blip r:embed="rId2"/>
              <a:srcRect/>
              <a:tile tx="0" ty="0" sx="74822" sy="74822" algn="ctr"/>
            </a:blip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endParaRPr lang="hu-HU" sz="1800" b="0" u="none" strike="noStrik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60" name="Téglalap 59"/>
            <p:cNvSpPr/>
            <p:nvPr/>
          </p:nvSpPr>
          <p:spPr>
            <a:xfrm>
              <a:off x="2194560" y="-2103120"/>
              <a:ext cx="457200" cy="2560320"/>
            </a:xfrm>
            <a:prstGeom prst="rect">
              <a:avLst/>
            </a:prstGeom>
            <a:blipFill rotWithShape="0">
              <a:blip r:embed="rId2"/>
              <a:srcRect/>
              <a:tile tx="0" ty="0" sx="74822" sy="74822" algn="ctr"/>
            </a:blip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endParaRPr lang="hu-HU" sz="1800" b="0" u="none" strike="noStrik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61" name="Téglalap 60"/>
            <p:cNvSpPr/>
            <p:nvPr/>
          </p:nvSpPr>
          <p:spPr>
            <a:xfrm>
              <a:off x="274320" y="182880"/>
              <a:ext cx="914400" cy="91440"/>
            </a:xfrm>
            <a:prstGeom prst="rect">
              <a:avLst/>
            </a:prstGeom>
            <a:solidFill>
              <a:srgbClr val="CCCCCC">
                <a:alpha val="75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endParaRPr lang="hu-HU" sz="1800" b="0" u="none" strike="noStrik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62" name="Téglalap 61"/>
            <p:cNvSpPr/>
            <p:nvPr/>
          </p:nvSpPr>
          <p:spPr>
            <a:xfrm>
              <a:off x="822960" y="365760"/>
              <a:ext cx="914400" cy="91440"/>
            </a:xfrm>
            <a:prstGeom prst="rect">
              <a:avLst/>
            </a:prstGeom>
            <a:solidFill>
              <a:srgbClr val="CCCCCC">
                <a:alpha val="75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endParaRPr lang="hu-HU" sz="1800" b="0" u="none" strike="noStrik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63" name="Téglalap 62"/>
            <p:cNvSpPr/>
            <p:nvPr/>
          </p:nvSpPr>
          <p:spPr>
            <a:xfrm>
              <a:off x="274320" y="548640"/>
              <a:ext cx="1280160" cy="91440"/>
            </a:xfrm>
            <a:prstGeom prst="rect">
              <a:avLst/>
            </a:prstGeom>
            <a:solidFill>
              <a:srgbClr val="CCCCCC">
                <a:alpha val="75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endParaRPr lang="hu-HU" sz="1800" b="0" u="none" strike="noStrik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64" name="Ellipszis 63"/>
            <p:cNvSpPr/>
            <p:nvPr/>
          </p:nvSpPr>
          <p:spPr>
            <a:xfrm>
              <a:off x="3474720" y="2560320"/>
              <a:ext cx="2743200" cy="2743200"/>
            </a:xfrm>
            <a:prstGeom prst="ellipse">
              <a:avLst/>
            </a:prstGeom>
            <a:solidFill>
              <a:srgbClr val="8D99AE">
                <a:alpha val="10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endParaRPr lang="hu-HU" sz="1800" b="0" u="none" strike="noStrike">
                <a:solidFill>
                  <a:srgbClr val="FFFFFF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65" name="Téglalap 64"/>
            <p:cNvSpPr/>
            <p:nvPr/>
          </p:nvSpPr>
          <p:spPr>
            <a:xfrm>
              <a:off x="914400" y="2835000"/>
              <a:ext cx="91440" cy="1645920"/>
            </a:xfrm>
            <a:prstGeom prst="rect">
              <a:avLst/>
            </a:prstGeom>
            <a:solidFill>
              <a:srgbClr val="CCCCCC">
                <a:alpha val="75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endParaRPr lang="hu-HU" sz="1800" b="0" u="none" strike="noStrik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</p:grpSp>
      <p:sp>
        <p:nvSpPr>
          <p:cNvPr id="66" name="PlaceHolder 1"/>
          <p:cNvSpPr>
            <a:spLocks noGrp="1"/>
          </p:cNvSpPr>
          <p:nvPr>
            <p:ph type="title"/>
          </p:nvPr>
        </p:nvSpPr>
        <p:spPr>
          <a:xfrm>
            <a:off x="1260000" y="468000"/>
            <a:ext cx="828000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 fontScale="85000" lnSpcReduction="9999"/>
          </a:bodyPr>
          <a:lstStyle>
            <a:lvl1pPr indent="0" algn="ctr">
              <a:buNone/>
              <a:defRPr lang="hu-HU" sz="4400" b="1" u="wavyHeavy" strike="noStrike">
                <a:solidFill>
                  <a:srgbClr val="FFFFFF"/>
                </a:solidFill>
                <a:effectLst/>
                <a:uFillTx/>
                <a:latin typeface="Noto Sans"/>
              </a:defRPr>
            </a:lvl1pPr>
          </a:lstStyle>
          <a:p>
            <a:pPr indent="0" algn="ctr">
              <a:buNone/>
            </a:pPr>
            <a:r>
              <a:rPr lang="hu-HU" sz="4400" b="1" u="wavyHeavy" strike="noStrike">
                <a:solidFill>
                  <a:srgbClr val="FFFFFF"/>
                </a:solidFill>
                <a:effectLst/>
                <a:uFillTx/>
                <a:latin typeface="Noto Sans"/>
              </a:rPr>
              <a:t>Click to edit the title text format</a:t>
            </a:r>
          </a:p>
        </p:txBody>
      </p:sp>
      <p:sp>
        <p:nvSpPr>
          <p:cNvPr id="67" name="PlaceHolder 2"/>
          <p:cNvSpPr>
            <a:spLocks noGrp="1"/>
          </p:cNvSpPr>
          <p:nvPr>
            <p:ph type="body"/>
          </p:nvPr>
        </p:nvSpPr>
        <p:spPr>
          <a:xfrm>
            <a:off x="1260000" y="1800000"/>
            <a:ext cx="828000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hu-HU" sz="3200" b="0" u="none" strike="noStrike">
                <a:solidFill>
                  <a:srgbClr val="FFFFFF"/>
                </a:solidFill>
                <a:effectLst/>
                <a:uFillTx/>
                <a:latin typeface="Noto Sans"/>
              </a:defRPr>
            </a:lvl1pPr>
            <a:lvl2pPr lvl="1" algn="l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hu-HU" sz="2800" b="0" u="none" strike="noStrike">
                <a:solidFill>
                  <a:srgbClr val="FFFFFF"/>
                </a:solidFill>
                <a:effectLst/>
                <a:uFillTx/>
                <a:latin typeface="Noto Sans"/>
              </a:defRPr>
            </a:lvl2pPr>
            <a:lvl3pPr lvl="2" algn="l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hu-HU" sz="2400" b="0" u="none" strike="noStrike">
                <a:solidFill>
                  <a:srgbClr val="FFFFFF"/>
                </a:solidFill>
                <a:effectLst/>
                <a:uFillTx/>
                <a:latin typeface="Noto Sans"/>
              </a:defRPr>
            </a:lvl3pPr>
            <a:lvl4pPr lvl="3" algn="l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hu-HU" sz="2000" b="0" u="none" strike="noStrike">
                <a:solidFill>
                  <a:srgbClr val="FFFFFF"/>
                </a:solidFill>
                <a:effectLst/>
                <a:uFillTx/>
                <a:latin typeface="Noto Sans"/>
              </a:defRPr>
            </a:lvl4pPr>
            <a:lvl5pPr lvl="4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hu-HU" sz="2000" b="0" u="none" strike="noStrike">
                <a:solidFill>
                  <a:srgbClr val="FFFFFF"/>
                </a:solidFill>
                <a:effectLst/>
                <a:uFillTx/>
                <a:latin typeface="Noto Sans"/>
              </a:defRPr>
            </a:lvl5pPr>
            <a:lvl6pPr lvl="5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hu-HU" sz="2000" b="0" u="none" strike="noStrike">
                <a:solidFill>
                  <a:srgbClr val="FFFFFF"/>
                </a:solidFill>
                <a:effectLst/>
                <a:uFillTx/>
                <a:latin typeface="Noto Sans"/>
              </a:defRPr>
            </a:lvl6pPr>
            <a:lvl7pPr lvl="6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hu-HU" sz="2000" b="0" u="none" strike="noStrike">
                <a:solidFill>
                  <a:srgbClr val="FFFFFF"/>
                </a:solidFill>
                <a:effectLst/>
                <a:uFillTx/>
                <a:latin typeface="Noto Sans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3200" b="0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Click to edit the outline text format</a:t>
            </a:r>
          </a:p>
          <a:p>
            <a:pPr marL="864000" lvl="1" indent="-324000" algn="l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hu-HU" sz="2800" b="0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Second Outline Level</a:t>
            </a:r>
          </a:p>
          <a:p>
            <a:pPr marL="1296000" lvl="2" indent="-288000" algn="l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400" b="0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Third Outline Level</a:t>
            </a:r>
          </a:p>
          <a:p>
            <a:pPr marL="1728000" lvl="3" indent="-216000" algn="l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hu-HU" sz="2000" b="0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Fourth Outline Level</a:t>
            </a:r>
          </a:p>
          <a:p>
            <a:pPr marL="2160000" lvl="4" indent="-216000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000" b="0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Fifth Outline Level</a:t>
            </a:r>
          </a:p>
          <a:p>
            <a:pPr marL="2592000" lvl="5" indent="-216000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000" b="0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Sixth Outline Level</a:t>
            </a:r>
          </a:p>
          <a:p>
            <a:pPr marL="3024000" lvl="6" indent="-216000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000" b="0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Seventh Outline Level</a:t>
            </a:r>
          </a:p>
        </p:txBody>
      </p:sp>
      <p:sp>
        <p:nvSpPr>
          <p:cNvPr id="68" name="PlaceHolder 3"/>
          <p:cNvSpPr>
            <a:spLocks noGrp="1"/>
          </p:cNvSpPr>
          <p:nvPr>
            <p:ph type="dt" idx="7"/>
          </p:nvPr>
        </p:nvSpPr>
        <p:spPr>
          <a:xfrm>
            <a:off x="468000" y="516600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hu-HU" sz="1400" b="0" u="none" strike="noStrike">
                <a:solidFill>
                  <a:srgbClr val="FFFFFF"/>
                </a:solidFill>
                <a:effectLst/>
                <a:uFillTx/>
                <a:latin typeface="Noto Sans"/>
              </a:defRPr>
            </a:lvl1pPr>
          </a:lstStyle>
          <a:p>
            <a:pPr indent="0" algn="l">
              <a:buNone/>
            </a:pPr>
            <a:r>
              <a:rPr lang="hu-HU" sz="1400" b="0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&lt;date/time&gt;</a:t>
            </a:r>
          </a:p>
        </p:txBody>
      </p:sp>
      <p:sp>
        <p:nvSpPr>
          <p:cNvPr id="69" name="PlaceHolder 4"/>
          <p:cNvSpPr>
            <a:spLocks noGrp="1"/>
          </p:cNvSpPr>
          <p:nvPr>
            <p:ph type="ftr" idx="8"/>
          </p:nvPr>
        </p:nvSpPr>
        <p:spPr>
          <a:xfrm>
            <a:off x="3442680" y="5166000"/>
            <a:ext cx="3195000" cy="39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ctr">
              <a:buNone/>
              <a:defRPr lang="hu-HU" sz="1400" b="0" u="none" strike="noStrike">
                <a:solidFill>
                  <a:srgbClr val="FFFFFF"/>
                </a:solidFill>
                <a:effectLst/>
                <a:uFillTx/>
                <a:latin typeface="Noto Sans"/>
              </a:defRPr>
            </a:lvl1pPr>
          </a:lstStyle>
          <a:p>
            <a:pPr indent="0" algn="ctr">
              <a:buNone/>
            </a:pPr>
            <a:r>
              <a:rPr lang="hu-HU" sz="1400" b="0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&lt;footer&gt;</a:t>
            </a:r>
          </a:p>
        </p:txBody>
      </p:sp>
      <p:sp>
        <p:nvSpPr>
          <p:cNvPr id="70" name="PlaceHolder 5"/>
          <p:cNvSpPr>
            <a:spLocks noGrp="1"/>
          </p:cNvSpPr>
          <p:nvPr>
            <p:ph type="sldNum" idx="9"/>
          </p:nvPr>
        </p:nvSpPr>
        <p:spPr>
          <a:xfrm>
            <a:off x="7227360" y="516600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hu-HU" sz="1400" b="0" u="none" strike="noStrike">
                <a:solidFill>
                  <a:srgbClr val="FFFFFF"/>
                </a:solidFill>
                <a:effectLst/>
                <a:uFillTx/>
                <a:latin typeface="Noto Sans"/>
              </a:defRPr>
            </a:lvl1pPr>
          </a:lstStyle>
          <a:p>
            <a:pPr indent="0" algn="r">
              <a:buNone/>
            </a:pPr>
            <a:fld id="{A842A934-2A5A-4D96-9035-B13471805104}" type="slidenum">
              <a:rPr lang="hu-HU" sz="1400" b="0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‹#›</a:t>
            </a:fld>
            <a:endParaRPr lang="hu-HU" sz="14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Bulle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Ellipszis 77"/>
          <p:cNvSpPr/>
          <p:nvPr/>
        </p:nvSpPr>
        <p:spPr>
          <a:xfrm>
            <a:off x="822960" y="2468880"/>
            <a:ext cx="1463040" cy="1463040"/>
          </a:xfrm>
          <a:prstGeom prst="ellipse">
            <a:avLst/>
          </a:prstGeom>
          <a:solidFill>
            <a:srgbClr val="EEEEEE"/>
          </a:solidFill>
          <a:ln w="0">
            <a:noFill/>
          </a:ln>
          <a:effectLst>
            <a:outerShdw dist="103350" dir="2700000" rotWithShape="0">
              <a:srgbClr val="808080">
                <a:alpha val="2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endParaRPr lang="hu-HU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79" name="Ellipszis 78"/>
          <p:cNvSpPr/>
          <p:nvPr/>
        </p:nvSpPr>
        <p:spPr>
          <a:xfrm>
            <a:off x="4480560" y="1554480"/>
            <a:ext cx="1463040" cy="1463040"/>
          </a:xfrm>
          <a:prstGeom prst="ellipse">
            <a:avLst/>
          </a:prstGeom>
          <a:solidFill>
            <a:srgbClr val="EEEEEE"/>
          </a:solidFill>
          <a:ln w="0">
            <a:noFill/>
          </a:ln>
          <a:effectLst>
            <a:outerShdw dist="103350" dir="2700000" rotWithShape="0">
              <a:srgbClr val="808080">
                <a:alpha val="2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endParaRPr lang="hu-HU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80" name="Ellipszis 79"/>
          <p:cNvSpPr/>
          <p:nvPr/>
        </p:nvSpPr>
        <p:spPr>
          <a:xfrm>
            <a:off x="6583680" y="3108960"/>
            <a:ext cx="1463040" cy="1463040"/>
          </a:xfrm>
          <a:prstGeom prst="ellipse">
            <a:avLst/>
          </a:prstGeom>
          <a:solidFill>
            <a:srgbClr val="EEEEEE"/>
          </a:solidFill>
          <a:ln w="0">
            <a:noFill/>
          </a:ln>
          <a:effectLst>
            <a:outerShdw dist="103350" dir="2700000" rotWithShape="0">
              <a:srgbClr val="808080">
                <a:alpha val="2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endParaRPr lang="hu-HU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81" name="Szabadkézi sokszög 80"/>
          <p:cNvSpPr/>
          <p:nvPr/>
        </p:nvSpPr>
        <p:spPr>
          <a:xfrm>
            <a:off x="1554480" y="4114800"/>
            <a:ext cx="914400" cy="657360"/>
          </a:xfrm>
          <a:custGeom>
            <a:avLst/>
            <a:gdLst/>
            <a:ahLst/>
            <a:cxnLst/>
            <a:rect l="0" t="0" r="r" b="b"/>
            <a:pathLst>
              <a:path w="2540" h="1826" fill="none">
                <a:moveTo>
                  <a:pt x="0" y="0"/>
                </a:moveTo>
                <a:cubicBezTo>
                  <a:pt x="508" y="2286"/>
                  <a:pt x="2540" y="1778"/>
                  <a:pt x="2540" y="1778"/>
                </a:cubicBezTo>
              </a:path>
            </a:pathLst>
          </a:custGeom>
          <a:ln w="36720">
            <a:solidFill>
              <a:srgbClr val="666666"/>
            </a:solidFill>
            <a:custDash>
              <a:ds d="600000" sp="300000"/>
            </a:custDash>
            <a:round/>
          </a:ln>
        </p:spPr>
        <p:txBody>
          <a:bodyPr lIns="108360" tIns="63360" rIns="108360" bIns="63360" anchor="ctr">
            <a:noAutofit/>
          </a:bodyPr>
          <a:lstStyle/>
          <a:p>
            <a:endParaRPr lang="hu-HU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82" name="Szabadkézi sokszög 81"/>
          <p:cNvSpPr/>
          <p:nvPr/>
        </p:nvSpPr>
        <p:spPr>
          <a:xfrm>
            <a:off x="3657600" y="1188720"/>
            <a:ext cx="822960" cy="640080"/>
          </a:xfrm>
          <a:custGeom>
            <a:avLst/>
            <a:gdLst/>
            <a:ahLst/>
            <a:cxnLst/>
            <a:rect l="0" t="0" r="r" b="b"/>
            <a:pathLst>
              <a:path w="2286" h="1778" fill="none">
                <a:moveTo>
                  <a:pt x="2286" y="1778"/>
                </a:moveTo>
                <a:cubicBezTo>
                  <a:pt x="1016" y="1778"/>
                  <a:pt x="2033" y="0"/>
                  <a:pt x="0" y="0"/>
                </a:cubicBezTo>
              </a:path>
            </a:pathLst>
          </a:custGeom>
          <a:ln w="36720">
            <a:solidFill>
              <a:srgbClr val="666666"/>
            </a:solidFill>
            <a:custDash>
              <a:ds d="600000" sp="300000"/>
            </a:custDash>
            <a:round/>
          </a:ln>
        </p:spPr>
        <p:txBody>
          <a:bodyPr lIns="108360" tIns="63360" rIns="108360" bIns="63360" anchor="ctr">
            <a:noAutofit/>
          </a:bodyPr>
          <a:lstStyle/>
          <a:p>
            <a:endParaRPr lang="hu-HU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83" name="Szabadkézi sokszög 82"/>
          <p:cNvSpPr/>
          <p:nvPr/>
        </p:nvSpPr>
        <p:spPr>
          <a:xfrm>
            <a:off x="7955280" y="2011680"/>
            <a:ext cx="1464120" cy="1188720"/>
          </a:xfrm>
          <a:custGeom>
            <a:avLst/>
            <a:gdLst/>
            <a:ahLst/>
            <a:cxnLst/>
            <a:rect l="0" t="0" r="r" b="b"/>
            <a:pathLst>
              <a:path w="4067" h="3302" fill="none">
                <a:moveTo>
                  <a:pt x="3302" y="0"/>
                </a:moveTo>
                <a:cubicBezTo>
                  <a:pt x="4826" y="1016"/>
                  <a:pt x="3810" y="2286"/>
                  <a:pt x="2540" y="2286"/>
                </a:cubicBezTo>
                <a:cubicBezTo>
                  <a:pt x="1269" y="2286"/>
                  <a:pt x="253" y="2540"/>
                  <a:pt x="0" y="3302"/>
                </a:cubicBezTo>
              </a:path>
            </a:pathLst>
          </a:custGeom>
          <a:ln w="36720">
            <a:solidFill>
              <a:srgbClr val="666666"/>
            </a:solidFill>
            <a:custDash>
              <a:ds d="600000" sp="300000"/>
            </a:custDash>
            <a:round/>
          </a:ln>
        </p:spPr>
        <p:txBody>
          <a:bodyPr lIns="108360" tIns="63360" rIns="108360" bIns="63360" anchor="ctr">
            <a:noAutofit/>
          </a:bodyPr>
          <a:lstStyle/>
          <a:p>
            <a:endParaRPr lang="hu-HU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84" name="Ellipszis 83"/>
          <p:cNvSpPr/>
          <p:nvPr/>
        </p:nvSpPr>
        <p:spPr>
          <a:xfrm>
            <a:off x="2468880" y="822960"/>
            <a:ext cx="1410480" cy="1371600"/>
          </a:xfrm>
          <a:prstGeom prst="ellipse">
            <a:avLst/>
          </a:prstGeom>
          <a:solidFill>
            <a:srgbClr val="8D99AE">
              <a:alpha val="10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endParaRPr lang="hu-HU" sz="18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85" name="Ellipszis 84"/>
          <p:cNvSpPr/>
          <p:nvPr/>
        </p:nvSpPr>
        <p:spPr>
          <a:xfrm>
            <a:off x="3931920" y="4663440"/>
            <a:ext cx="1684800" cy="1645920"/>
          </a:xfrm>
          <a:prstGeom prst="ellipse">
            <a:avLst/>
          </a:prstGeom>
          <a:solidFill>
            <a:srgbClr val="8D99AE">
              <a:alpha val="10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endParaRPr lang="hu-HU" sz="18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86" name="Ellipszis 85"/>
          <p:cNvSpPr/>
          <p:nvPr/>
        </p:nvSpPr>
        <p:spPr>
          <a:xfrm>
            <a:off x="8412480" y="1280160"/>
            <a:ext cx="1097280" cy="1005840"/>
          </a:xfrm>
          <a:prstGeom prst="ellipse">
            <a:avLst/>
          </a:prstGeom>
          <a:solidFill>
            <a:srgbClr val="8D99AE">
              <a:alpha val="10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endParaRPr lang="hu-HU" sz="18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468000" y="468000"/>
            <a:ext cx="907200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>
            <a:lvl1pPr indent="0" algn="ctr">
              <a:buNone/>
              <a:defRPr lang="hu-HU" sz="4400" b="1" u="none" strike="noStrike">
                <a:solidFill>
                  <a:srgbClr val="FFFFFF"/>
                </a:solidFill>
                <a:effectLst/>
                <a:uFillTx/>
                <a:latin typeface="Noto Sans"/>
              </a:defRPr>
            </a:lvl1pPr>
          </a:lstStyle>
          <a:p>
            <a:pPr indent="0" algn="ctr">
              <a:buNone/>
            </a:pPr>
            <a:r>
              <a:rPr lang="hu-HU" sz="4400" b="1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Click to edit the title text format</a:t>
            </a:r>
          </a:p>
        </p:txBody>
      </p:sp>
      <p:sp>
        <p:nvSpPr>
          <p:cNvPr id="88" name="PlaceHolder 2"/>
          <p:cNvSpPr>
            <a:spLocks noGrp="1"/>
          </p:cNvSpPr>
          <p:nvPr>
            <p:ph type="body"/>
          </p:nvPr>
        </p:nvSpPr>
        <p:spPr>
          <a:xfrm>
            <a:off x="468000" y="1800000"/>
            <a:ext cx="907200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hu-HU" sz="3200" b="0" u="none" strike="noStrike">
                <a:solidFill>
                  <a:srgbClr val="FFFFFF"/>
                </a:solidFill>
                <a:effectLst/>
                <a:uFillTx/>
                <a:latin typeface="Noto Sans"/>
              </a:defRPr>
            </a:lvl1pPr>
            <a:lvl2pPr lvl="1" algn="l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hu-HU" sz="2800" b="0" u="none" strike="noStrike">
                <a:solidFill>
                  <a:srgbClr val="FFFFFF"/>
                </a:solidFill>
                <a:effectLst/>
                <a:uFillTx/>
                <a:latin typeface="Noto Sans"/>
              </a:defRPr>
            </a:lvl2pPr>
            <a:lvl3pPr lvl="2" algn="l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hu-HU" sz="2400" b="0" u="none" strike="noStrike">
                <a:solidFill>
                  <a:srgbClr val="FFFFFF"/>
                </a:solidFill>
                <a:effectLst/>
                <a:uFillTx/>
                <a:latin typeface="Noto Sans"/>
              </a:defRPr>
            </a:lvl3pPr>
            <a:lvl4pPr lvl="3" algn="l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hu-HU" sz="2000" b="0" u="none" strike="noStrike">
                <a:solidFill>
                  <a:srgbClr val="FFFFFF"/>
                </a:solidFill>
                <a:effectLst/>
                <a:uFillTx/>
                <a:latin typeface="Noto Sans"/>
              </a:defRPr>
            </a:lvl4pPr>
            <a:lvl5pPr lvl="4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hu-HU" sz="2000" b="0" u="none" strike="noStrike">
                <a:solidFill>
                  <a:srgbClr val="FFFFFF"/>
                </a:solidFill>
                <a:effectLst/>
                <a:uFillTx/>
                <a:latin typeface="Noto Sans"/>
              </a:defRPr>
            </a:lvl5pPr>
            <a:lvl6pPr lvl="5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hu-HU" sz="2000" b="0" u="none" strike="noStrike">
                <a:solidFill>
                  <a:srgbClr val="FFFFFF"/>
                </a:solidFill>
                <a:effectLst/>
                <a:uFillTx/>
                <a:latin typeface="Noto Sans"/>
              </a:defRPr>
            </a:lvl6pPr>
            <a:lvl7pPr lvl="6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hu-HU" sz="2000" b="0" u="none" strike="noStrike">
                <a:solidFill>
                  <a:srgbClr val="FFFFFF"/>
                </a:solidFill>
                <a:effectLst/>
                <a:uFillTx/>
                <a:latin typeface="Noto Sans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3200" b="0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Click to edit the outline text format</a:t>
            </a:r>
          </a:p>
          <a:p>
            <a:pPr marL="864000" lvl="1" indent="-324000" algn="l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hu-HU" sz="2800" b="0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Second Outline Level</a:t>
            </a:r>
          </a:p>
          <a:p>
            <a:pPr marL="1296000" lvl="2" indent="-288000" algn="l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400" b="0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Third Outline Level</a:t>
            </a:r>
          </a:p>
          <a:p>
            <a:pPr marL="1728000" lvl="3" indent="-216000" algn="l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hu-HU" sz="2000" b="0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Fourth Outline Level</a:t>
            </a:r>
          </a:p>
          <a:p>
            <a:pPr marL="2160000" lvl="4" indent="-216000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000" b="0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Fifth Outline Level</a:t>
            </a:r>
          </a:p>
          <a:p>
            <a:pPr marL="2592000" lvl="5" indent="-216000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000" b="0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Sixth Outline Level</a:t>
            </a:r>
          </a:p>
          <a:p>
            <a:pPr marL="3024000" lvl="6" indent="-216000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000" b="0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Seventh Outline Level</a:t>
            </a:r>
          </a:p>
        </p:txBody>
      </p:sp>
      <p:sp>
        <p:nvSpPr>
          <p:cNvPr id="89" name="PlaceHolder 3"/>
          <p:cNvSpPr>
            <a:spLocks noGrp="1"/>
          </p:cNvSpPr>
          <p:nvPr>
            <p:ph type="dt" idx="13"/>
          </p:nvPr>
        </p:nvSpPr>
        <p:spPr>
          <a:xfrm>
            <a:off x="468000" y="516600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hu-HU" sz="1400" b="0" u="none" strike="noStrike">
                <a:solidFill>
                  <a:srgbClr val="FFFFFF"/>
                </a:solidFill>
                <a:effectLst/>
                <a:uFillTx/>
                <a:latin typeface="Noto Sans"/>
              </a:defRPr>
            </a:lvl1pPr>
          </a:lstStyle>
          <a:p>
            <a:pPr indent="0" algn="l">
              <a:buNone/>
            </a:pPr>
            <a:r>
              <a:rPr lang="hu-HU" sz="1400" b="0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&lt;date/time&gt;</a:t>
            </a:r>
          </a:p>
        </p:txBody>
      </p:sp>
      <p:sp>
        <p:nvSpPr>
          <p:cNvPr id="90" name="PlaceHolder 4"/>
          <p:cNvSpPr>
            <a:spLocks noGrp="1"/>
          </p:cNvSpPr>
          <p:nvPr>
            <p:ph type="ftr" idx="14"/>
          </p:nvPr>
        </p:nvSpPr>
        <p:spPr>
          <a:xfrm>
            <a:off x="3442680" y="5166000"/>
            <a:ext cx="3195000" cy="39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ctr">
              <a:buNone/>
              <a:defRPr lang="hu-HU" sz="1400" b="0" u="none" strike="noStrike">
                <a:solidFill>
                  <a:srgbClr val="FFFFFF"/>
                </a:solidFill>
                <a:effectLst/>
                <a:uFillTx/>
                <a:latin typeface="Noto Sans"/>
              </a:defRPr>
            </a:lvl1pPr>
          </a:lstStyle>
          <a:p>
            <a:pPr indent="0" algn="ctr">
              <a:buNone/>
            </a:pPr>
            <a:r>
              <a:rPr lang="hu-HU" sz="1400" b="0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&lt;footer&gt;</a:t>
            </a:r>
          </a:p>
        </p:txBody>
      </p:sp>
      <p:sp>
        <p:nvSpPr>
          <p:cNvPr id="91" name="PlaceHolder 5"/>
          <p:cNvSpPr>
            <a:spLocks noGrp="1"/>
          </p:cNvSpPr>
          <p:nvPr>
            <p:ph type="sldNum" idx="15"/>
          </p:nvPr>
        </p:nvSpPr>
        <p:spPr>
          <a:xfrm>
            <a:off x="7227360" y="516600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hu-HU" sz="1400" b="0" u="none" strike="noStrike">
                <a:solidFill>
                  <a:srgbClr val="FFFFFF"/>
                </a:solidFill>
                <a:effectLst/>
                <a:uFillTx/>
                <a:latin typeface="Noto Sans"/>
              </a:defRPr>
            </a:lvl1pPr>
          </a:lstStyle>
          <a:p>
            <a:pPr indent="0" algn="r">
              <a:buNone/>
            </a:pPr>
            <a:fld id="{1E17BF2A-8DEE-4879-BB2D-6F1FEFB5415D}" type="slidenum">
              <a:rPr lang="hu-HU" sz="1400" b="0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‹#›</a:t>
            </a:fld>
            <a:endParaRPr lang="hu-HU" sz="14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Ellipszis 91"/>
          <p:cNvSpPr/>
          <p:nvPr/>
        </p:nvSpPr>
        <p:spPr>
          <a:xfrm>
            <a:off x="2103480" y="3658320"/>
            <a:ext cx="1645920" cy="1645920"/>
          </a:xfrm>
          <a:prstGeom prst="ellipse">
            <a:avLst/>
          </a:prstGeom>
          <a:solidFill>
            <a:srgbClr val="8D99AE">
              <a:alpha val="10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endParaRPr lang="hu-HU" sz="18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93" name="Ellipszis 92"/>
          <p:cNvSpPr/>
          <p:nvPr/>
        </p:nvSpPr>
        <p:spPr>
          <a:xfrm>
            <a:off x="823320" y="-273240"/>
            <a:ext cx="2194560" cy="2194560"/>
          </a:xfrm>
          <a:prstGeom prst="ellipse">
            <a:avLst/>
          </a:prstGeom>
          <a:solidFill>
            <a:srgbClr val="8D99AE">
              <a:alpha val="10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endParaRPr lang="hu-HU" sz="18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94" name="Ellipszis 93"/>
          <p:cNvSpPr/>
          <p:nvPr/>
        </p:nvSpPr>
        <p:spPr>
          <a:xfrm>
            <a:off x="7955640" y="3109680"/>
            <a:ext cx="2194560" cy="2194560"/>
          </a:xfrm>
          <a:prstGeom prst="ellipse">
            <a:avLst/>
          </a:prstGeom>
          <a:solidFill>
            <a:srgbClr val="8D99AE">
              <a:alpha val="10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endParaRPr lang="hu-HU" sz="18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95" name="Ellipszis 94"/>
          <p:cNvSpPr/>
          <p:nvPr/>
        </p:nvSpPr>
        <p:spPr>
          <a:xfrm>
            <a:off x="9601560" y="915120"/>
            <a:ext cx="1645920" cy="1645920"/>
          </a:xfrm>
          <a:prstGeom prst="ellipse">
            <a:avLst/>
          </a:prstGeom>
          <a:solidFill>
            <a:srgbClr val="8D99AE">
              <a:alpha val="10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endParaRPr lang="hu-HU" sz="18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grpSp>
        <p:nvGrpSpPr>
          <p:cNvPr id="96" name="Csoportba foglalás 95"/>
          <p:cNvGrpSpPr/>
          <p:nvPr/>
        </p:nvGrpSpPr>
        <p:grpSpPr>
          <a:xfrm>
            <a:off x="3836880" y="1151280"/>
            <a:ext cx="2339640" cy="4334400"/>
            <a:chOff x="3836880" y="1151280"/>
            <a:chExt cx="2339640" cy="4334400"/>
          </a:xfrm>
        </p:grpSpPr>
        <p:sp>
          <p:nvSpPr>
            <p:cNvPr id="97" name="Romboid 96"/>
            <p:cNvSpPr/>
            <p:nvPr/>
          </p:nvSpPr>
          <p:spPr>
            <a:xfrm rot="5400000" flipH="1" flipV="1">
              <a:off x="3882600" y="1368000"/>
              <a:ext cx="1371600" cy="1463040"/>
            </a:xfrm>
            <a:prstGeom prst="parallelogram">
              <a:avLst>
                <a:gd name="adj" fmla="val 50564"/>
              </a:avLst>
            </a:prstGeom>
            <a:solidFill>
              <a:srgbClr val="6C757D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endParaRPr lang="hu-HU" sz="1800" b="0" u="none" strike="noStrike">
                <a:solidFill>
                  <a:srgbClr val="FFFFFF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98" name="Romboid 97"/>
            <p:cNvSpPr/>
            <p:nvPr/>
          </p:nvSpPr>
          <p:spPr>
            <a:xfrm rot="5400000" flipH="1" flipV="1">
              <a:off x="4759200" y="1105560"/>
              <a:ext cx="1371600" cy="1463040"/>
            </a:xfrm>
            <a:prstGeom prst="parallelogram">
              <a:avLst>
                <a:gd name="adj" fmla="val 50564"/>
              </a:avLst>
            </a:prstGeom>
            <a:solidFill>
              <a:srgbClr val="343A40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endParaRPr lang="hu-HU" sz="1800" b="0" u="none" strike="noStrike">
                <a:solidFill>
                  <a:srgbClr val="FFFFFF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99" name="Romboid 98"/>
            <p:cNvSpPr/>
            <p:nvPr/>
          </p:nvSpPr>
          <p:spPr>
            <a:xfrm rot="5400000" flipH="1" flipV="1">
              <a:off x="3882600" y="2718720"/>
              <a:ext cx="1371600" cy="1463040"/>
            </a:xfrm>
            <a:prstGeom prst="parallelogram">
              <a:avLst>
                <a:gd name="adj" fmla="val 50564"/>
              </a:avLst>
            </a:prstGeom>
            <a:solidFill>
              <a:srgbClr val="CED4DA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endParaRPr lang="hu-HU" sz="1800" b="0" u="none" strike="noStrik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100" name="Romboid 99"/>
            <p:cNvSpPr/>
            <p:nvPr/>
          </p:nvSpPr>
          <p:spPr>
            <a:xfrm rot="5400000" flipH="1" flipV="1">
              <a:off x="4759200" y="2456640"/>
              <a:ext cx="1371600" cy="1463040"/>
            </a:xfrm>
            <a:prstGeom prst="parallelogram">
              <a:avLst>
                <a:gd name="adj" fmla="val 50564"/>
              </a:avLst>
            </a:prstGeom>
            <a:solidFill>
              <a:srgbClr val="ADB5BD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endParaRPr lang="hu-HU" sz="1800" b="0" u="none" strike="noStrik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101" name="Romboid 100"/>
            <p:cNvSpPr/>
            <p:nvPr/>
          </p:nvSpPr>
          <p:spPr>
            <a:xfrm rot="5400000" flipH="1" flipV="1">
              <a:off x="3882600" y="4068360"/>
              <a:ext cx="1371600" cy="1463040"/>
            </a:xfrm>
            <a:prstGeom prst="parallelogram">
              <a:avLst>
                <a:gd name="adj" fmla="val 50564"/>
              </a:avLst>
            </a:prstGeom>
            <a:solidFill>
              <a:srgbClr val="E9ECE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endParaRPr lang="hu-HU" sz="1800" b="0" u="none" strike="noStrik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102" name="Romboid 101"/>
            <p:cNvSpPr/>
            <p:nvPr/>
          </p:nvSpPr>
          <p:spPr>
            <a:xfrm rot="5400000" flipH="1" flipV="1">
              <a:off x="4759200" y="3807000"/>
              <a:ext cx="1371600" cy="1463040"/>
            </a:xfrm>
            <a:prstGeom prst="parallelogram">
              <a:avLst>
                <a:gd name="adj" fmla="val 50564"/>
              </a:avLst>
            </a:prstGeom>
            <a:solidFill>
              <a:srgbClr val="DEE2E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endParaRPr lang="hu-HU" sz="1800" b="0" u="none" strike="noStrik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</p:grpSp>
      <p:sp>
        <p:nvSpPr>
          <p:cNvPr id="103" name="PlaceHolder 1"/>
          <p:cNvSpPr>
            <a:spLocks noGrp="1"/>
          </p:cNvSpPr>
          <p:nvPr>
            <p:ph type="title"/>
          </p:nvPr>
        </p:nvSpPr>
        <p:spPr>
          <a:xfrm>
            <a:off x="468000" y="468000"/>
            <a:ext cx="907200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>
            <a:lvl1pPr indent="0" algn="ctr">
              <a:buNone/>
              <a:defRPr lang="hu-HU" sz="4400" b="1" u="none" strike="noStrike">
                <a:solidFill>
                  <a:srgbClr val="FFFFFF"/>
                </a:solidFill>
                <a:effectLst/>
                <a:uFillTx/>
                <a:latin typeface="Noto Sans"/>
              </a:defRPr>
            </a:lvl1pPr>
          </a:lstStyle>
          <a:p>
            <a:pPr indent="0" algn="ctr">
              <a:buNone/>
            </a:pPr>
            <a:r>
              <a:rPr lang="hu-HU" sz="4400" b="1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Click to edit the title text format</a:t>
            </a:r>
          </a:p>
        </p:txBody>
      </p:sp>
      <p:sp>
        <p:nvSpPr>
          <p:cNvPr id="104" name="PlaceHolder 2"/>
          <p:cNvSpPr>
            <a:spLocks noGrp="1"/>
          </p:cNvSpPr>
          <p:nvPr>
            <p:ph type="body"/>
          </p:nvPr>
        </p:nvSpPr>
        <p:spPr>
          <a:xfrm>
            <a:off x="468000" y="1800000"/>
            <a:ext cx="907200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hu-HU" sz="3200" b="0" u="none" strike="noStrike">
                <a:solidFill>
                  <a:srgbClr val="FFFFFF"/>
                </a:solidFill>
                <a:effectLst/>
                <a:uFillTx/>
                <a:latin typeface="Noto Sans"/>
              </a:defRPr>
            </a:lvl1pPr>
            <a:lvl2pPr lvl="1" algn="l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hu-HU" sz="2800" b="0" u="none" strike="noStrike">
                <a:solidFill>
                  <a:srgbClr val="FFFFFF"/>
                </a:solidFill>
                <a:effectLst/>
                <a:uFillTx/>
                <a:latin typeface="Noto Sans"/>
              </a:defRPr>
            </a:lvl2pPr>
            <a:lvl3pPr lvl="2" algn="l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hu-HU" sz="2400" b="0" u="none" strike="noStrike">
                <a:solidFill>
                  <a:srgbClr val="FFFFFF"/>
                </a:solidFill>
                <a:effectLst/>
                <a:uFillTx/>
                <a:latin typeface="Noto Sans"/>
              </a:defRPr>
            </a:lvl3pPr>
            <a:lvl4pPr lvl="3" algn="l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hu-HU" sz="2000" b="0" u="none" strike="noStrike">
                <a:solidFill>
                  <a:srgbClr val="FFFFFF"/>
                </a:solidFill>
                <a:effectLst/>
                <a:uFillTx/>
                <a:latin typeface="Noto Sans"/>
              </a:defRPr>
            </a:lvl4pPr>
            <a:lvl5pPr lvl="4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hu-HU" sz="2000" b="0" u="none" strike="noStrike">
                <a:solidFill>
                  <a:srgbClr val="FFFFFF"/>
                </a:solidFill>
                <a:effectLst/>
                <a:uFillTx/>
                <a:latin typeface="Noto Sans"/>
              </a:defRPr>
            </a:lvl5pPr>
            <a:lvl6pPr lvl="5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hu-HU" sz="2000" b="0" u="none" strike="noStrike">
                <a:solidFill>
                  <a:srgbClr val="FFFFFF"/>
                </a:solidFill>
                <a:effectLst/>
                <a:uFillTx/>
                <a:latin typeface="Noto Sans"/>
              </a:defRPr>
            </a:lvl6pPr>
            <a:lvl7pPr lvl="6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hu-HU" sz="2000" b="0" u="none" strike="noStrike">
                <a:solidFill>
                  <a:srgbClr val="FFFFFF"/>
                </a:solidFill>
                <a:effectLst/>
                <a:uFillTx/>
                <a:latin typeface="Noto Sans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3200" b="0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Click to edit the outline text format</a:t>
            </a:r>
          </a:p>
          <a:p>
            <a:pPr marL="864000" lvl="1" indent="-324000" algn="l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hu-HU" sz="2800" b="0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Second Outline Level</a:t>
            </a:r>
          </a:p>
          <a:p>
            <a:pPr marL="1296000" lvl="2" indent="-288000" algn="l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400" b="0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Third Outline Level</a:t>
            </a:r>
          </a:p>
          <a:p>
            <a:pPr marL="1728000" lvl="3" indent="-216000" algn="l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hu-HU" sz="2000" b="0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Fourth Outline Level</a:t>
            </a:r>
          </a:p>
          <a:p>
            <a:pPr marL="2160000" lvl="4" indent="-216000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000" b="0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Fifth Outline Level</a:t>
            </a:r>
          </a:p>
          <a:p>
            <a:pPr marL="2592000" lvl="5" indent="-216000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000" b="0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Sixth Outline Level</a:t>
            </a:r>
          </a:p>
          <a:p>
            <a:pPr marL="3024000" lvl="6" indent="-216000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000" b="0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Seventh Outline Level</a:t>
            </a:r>
          </a:p>
        </p:txBody>
      </p:sp>
      <p:sp>
        <p:nvSpPr>
          <p:cNvPr id="105" name="PlaceHolder 3"/>
          <p:cNvSpPr>
            <a:spLocks noGrp="1"/>
          </p:cNvSpPr>
          <p:nvPr>
            <p:ph type="dt" idx="16"/>
          </p:nvPr>
        </p:nvSpPr>
        <p:spPr>
          <a:xfrm>
            <a:off x="468000" y="516600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hu-HU" sz="1400" b="0" u="none" strike="noStrike">
                <a:solidFill>
                  <a:srgbClr val="FFFFFF"/>
                </a:solidFill>
                <a:effectLst/>
                <a:uFillTx/>
                <a:latin typeface="Noto Sans"/>
              </a:defRPr>
            </a:lvl1pPr>
          </a:lstStyle>
          <a:p>
            <a:pPr indent="0" algn="l">
              <a:buNone/>
            </a:pPr>
            <a:r>
              <a:rPr lang="hu-HU" sz="1400" b="0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&lt;date/time&gt;</a:t>
            </a:r>
          </a:p>
        </p:txBody>
      </p:sp>
      <p:sp>
        <p:nvSpPr>
          <p:cNvPr id="106" name="PlaceHolder 4"/>
          <p:cNvSpPr>
            <a:spLocks noGrp="1"/>
          </p:cNvSpPr>
          <p:nvPr>
            <p:ph type="ftr" idx="17"/>
          </p:nvPr>
        </p:nvSpPr>
        <p:spPr>
          <a:xfrm>
            <a:off x="3442680" y="5166000"/>
            <a:ext cx="3195000" cy="39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ctr">
              <a:buNone/>
              <a:defRPr lang="hu-HU" sz="1400" b="0" u="none" strike="noStrike">
                <a:solidFill>
                  <a:srgbClr val="FFFFFF"/>
                </a:solidFill>
                <a:effectLst/>
                <a:uFillTx/>
                <a:latin typeface="Noto Sans"/>
              </a:defRPr>
            </a:lvl1pPr>
          </a:lstStyle>
          <a:p>
            <a:pPr indent="0" algn="ctr">
              <a:buNone/>
            </a:pPr>
            <a:r>
              <a:rPr lang="hu-HU" sz="1400" b="0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&lt;footer&gt;</a:t>
            </a:r>
          </a:p>
        </p:txBody>
      </p:sp>
      <p:sp>
        <p:nvSpPr>
          <p:cNvPr id="107" name="PlaceHolder 5"/>
          <p:cNvSpPr>
            <a:spLocks noGrp="1"/>
          </p:cNvSpPr>
          <p:nvPr>
            <p:ph type="sldNum" idx="18"/>
          </p:nvPr>
        </p:nvSpPr>
        <p:spPr>
          <a:xfrm>
            <a:off x="7227360" y="516600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hu-HU" sz="1400" b="0" u="none" strike="noStrike">
                <a:solidFill>
                  <a:srgbClr val="FFFFFF"/>
                </a:solidFill>
                <a:effectLst/>
                <a:uFillTx/>
                <a:latin typeface="Noto Sans"/>
              </a:defRPr>
            </a:lvl1pPr>
          </a:lstStyle>
          <a:p>
            <a:pPr indent="0" algn="r">
              <a:buNone/>
            </a:pPr>
            <a:fld id="{416CE205-E004-4513-A8AB-0C5F01FBD643}" type="slidenum">
              <a:rPr lang="hu-HU" sz="1400" b="0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‹#›</a:t>
            </a:fld>
            <a:endParaRPr lang="hu-HU" sz="14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Ellipszis 91"/>
          <p:cNvSpPr/>
          <p:nvPr/>
        </p:nvSpPr>
        <p:spPr>
          <a:xfrm>
            <a:off x="2103480" y="3658320"/>
            <a:ext cx="1645920" cy="1645920"/>
          </a:xfrm>
          <a:prstGeom prst="ellipse">
            <a:avLst/>
          </a:prstGeom>
          <a:solidFill>
            <a:srgbClr val="8D99AE">
              <a:alpha val="10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endParaRPr lang="hu-HU" sz="18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93" name="Ellipszis 92"/>
          <p:cNvSpPr/>
          <p:nvPr/>
        </p:nvSpPr>
        <p:spPr>
          <a:xfrm>
            <a:off x="823320" y="-273240"/>
            <a:ext cx="2194560" cy="2194560"/>
          </a:xfrm>
          <a:prstGeom prst="ellipse">
            <a:avLst/>
          </a:prstGeom>
          <a:solidFill>
            <a:srgbClr val="8D99AE">
              <a:alpha val="10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endParaRPr lang="hu-HU" sz="18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94" name="Ellipszis 93"/>
          <p:cNvSpPr/>
          <p:nvPr/>
        </p:nvSpPr>
        <p:spPr>
          <a:xfrm>
            <a:off x="7955640" y="3109680"/>
            <a:ext cx="2194560" cy="2194560"/>
          </a:xfrm>
          <a:prstGeom prst="ellipse">
            <a:avLst/>
          </a:prstGeom>
          <a:solidFill>
            <a:srgbClr val="8D99AE">
              <a:alpha val="10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endParaRPr lang="hu-HU" sz="18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95" name="Ellipszis 94"/>
          <p:cNvSpPr/>
          <p:nvPr/>
        </p:nvSpPr>
        <p:spPr>
          <a:xfrm>
            <a:off x="9601560" y="915120"/>
            <a:ext cx="1645920" cy="1645920"/>
          </a:xfrm>
          <a:prstGeom prst="ellipse">
            <a:avLst/>
          </a:prstGeom>
          <a:solidFill>
            <a:srgbClr val="8D99AE">
              <a:alpha val="10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endParaRPr lang="hu-HU" sz="18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grpSp>
        <p:nvGrpSpPr>
          <p:cNvPr id="96" name="Csoportba foglalás 95"/>
          <p:cNvGrpSpPr/>
          <p:nvPr/>
        </p:nvGrpSpPr>
        <p:grpSpPr>
          <a:xfrm>
            <a:off x="3836880" y="1151280"/>
            <a:ext cx="2339640" cy="4334400"/>
            <a:chOff x="3836880" y="1151280"/>
            <a:chExt cx="2339640" cy="4334400"/>
          </a:xfrm>
        </p:grpSpPr>
        <p:sp>
          <p:nvSpPr>
            <p:cNvPr id="97" name="Romboid 96"/>
            <p:cNvSpPr/>
            <p:nvPr/>
          </p:nvSpPr>
          <p:spPr>
            <a:xfrm rot="5400000" flipH="1" flipV="1">
              <a:off x="3882600" y="1368000"/>
              <a:ext cx="1371600" cy="1463040"/>
            </a:xfrm>
            <a:prstGeom prst="parallelogram">
              <a:avLst>
                <a:gd name="adj" fmla="val 50564"/>
              </a:avLst>
            </a:prstGeom>
            <a:solidFill>
              <a:srgbClr val="6C757D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endParaRPr lang="hu-HU" sz="1800" b="0" u="none" strike="noStrike">
                <a:solidFill>
                  <a:srgbClr val="FFFFFF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98" name="Romboid 97"/>
            <p:cNvSpPr/>
            <p:nvPr/>
          </p:nvSpPr>
          <p:spPr>
            <a:xfrm rot="5400000" flipH="1" flipV="1">
              <a:off x="4759200" y="1105560"/>
              <a:ext cx="1371600" cy="1463040"/>
            </a:xfrm>
            <a:prstGeom prst="parallelogram">
              <a:avLst>
                <a:gd name="adj" fmla="val 50564"/>
              </a:avLst>
            </a:prstGeom>
            <a:solidFill>
              <a:srgbClr val="343A40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endParaRPr lang="hu-HU" sz="1800" b="0" u="none" strike="noStrike">
                <a:solidFill>
                  <a:srgbClr val="FFFFFF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99" name="Romboid 98"/>
            <p:cNvSpPr/>
            <p:nvPr/>
          </p:nvSpPr>
          <p:spPr>
            <a:xfrm rot="5400000" flipH="1" flipV="1">
              <a:off x="3882600" y="2718720"/>
              <a:ext cx="1371600" cy="1463040"/>
            </a:xfrm>
            <a:prstGeom prst="parallelogram">
              <a:avLst>
                <a:gd name="adj" fmla="val 50564"/>
              </a:avLst>
            </a:prstGeom>
            <a:solidFill>
              <a:srgbClr val="CED4DA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endParaRPr lang="hu-HU" sz="1800" b="0" u="none" strike="noStrik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100" name="Romboid 99"/>
            <p:cNvSpPr/>
            <p:nvPr/>
          </p:nvSpPr>
          <p:spPr>
            <a:xfrm rot="5400000" flipH="1" flipV="1">
              <a:off x="4759200" y="2456640"/>
              <a:ext cx="1371600" cy="1463040"/>
            </a:xfrm>
            <a:prstGeom prst="parallelogram">
              <a:avLst>
                <a:gd name="adj" fmla="val 50564"/>
              </a:avLst>
            </a:prstGeom>
            <a:solidFill>
              <a:srgbClr val="ADB5BD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endParaRPr lang="hu-HU" sz="1800" b="0" u="none" strike="noStrik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101" name="Romboid 100"/>
            <p:cNvSpPr/>
            <p:nvPr/>
          </p:nvSpPr>
          <p:spPr>
            <a:xfrm rot="5400000" flipH="1" flipV="1">
              <a:off x="3882600" y="4068360"/>
              <a:ext cx="1371600" cy="1463040"/>
            </a:xfrm>
            <a:prstGeom prst="parallelogram">
              <a:avLst>
                <a:gd name="adj" fmla="val 50564"/>
              </a:avLst>
            </a:prstGeom>
            <a:solidFill>
              <a:srgbClr val="E9ECE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endParaRPr lang="hu-HU" sz="1800" b="0" u="none" strike="noStrik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102" name="Romboid 101"/>
            <p:cNvSpPr/>
            <p:nvPr/>
          </p:nvSpPr>
          <p:spPr>
            <a:xfrm rot="5400000" flipH="1" flipV="1">
              <a:off x="4759200" y="3807000"/>
              <a:ext cx="1371600" cy="1463040"/>
            </a:xfrm>
            <a:prstGeom prst="parallelogram">
              <a:avLst>
                <a:gd name="adj" fmla="val 50564"/>
              </a:avLst>
            </a:prstGeom>
            <a:solidFill>
              <a:srgbClr val="DEE2E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endParaRPr lang="hu-HU" sz="1800" b="0" u="none" strike="noStrik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</p:grpSp>
      <p:sp>
        <p:nvSpPr>
          <p:cNvPr id="103" name="PlaceHolder 1"/>
          <p:cNvSpPr>
            <a:spLocks noGrp="1"/>
          </p:cNvSpPr>
          <p:nvPr>
            <p:ph type="title"/>
          </p:nvPr>
        </p:nvSpPr>
        <p:spPr>
          <a:xfrm>
            <a:off x="468000" y="468000"/>
            <a:ext cx="907200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>
            <a:lvl1pPr indent="0" algn="ctr">
              <a:buNone/>
              <a:defRPr lang="hu-HU" sz="4400" b="1" u="none" strike="noStrike">
                <a:solidFill>
                  <a:srgbClr val="FFFFFF"/>
                </a:solidFill>
                <a:effectLst/>
                <a:uFillTx/>
                <a:latin typeface="Noto Sans"/>
              </a:defRPr>
            </a:lvl1pPr>
          </a:lstStyle>
          <a:p>
            <a:pPr indent="0" algn="ctr">
              <a:buNone/>
            </a:pPr>
            <a:r>
              <a:rPr lang="hu-HU" sz="4400" b="1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Click to edit the title text format</a:t>
            </a:r>
          </a:p>
        </p:txBody>
      </p:sp>
      <p:sp>
        <p:nvSpPr>
          <p:cNvPr id="104" name="PlaceHolder 2"/>
          <p:cNvSpPr>
            <a:spLocks noGrp="1"/>
          </p:cNvSpPr>
          <p:nvPr>
            <p:ph type="body"/>
          </p:nvPr>
        </p:nvSpPr>
        <p:spPr>
          <a:xfrm>
            <a:off x="468000" y="1800000"/>
            <a:ext cx="907200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hu-HU" sz="3200" b="0" u="none" strike="noStrike">
                <a:solidFill>
                  <a:srgbClr val="FFFFFF"/>
                </a:solidFill>
                <a:effectLst/>
                <a:uFillTx/>
                <a:latin typeface="Noto Sans"/>
              </a:defRPr>
            </a:lvl1pPr>
            <a:lvl2pPr lvl="1" algn="l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hu-HU" sz="2800" b="0" u="none" strike="noStrike">
                <a:solidFill>
                  <a:srgbClr val="FFFFFF"/>
                </a:solidFill>
                <a:effectLst/>
                <a:uFillTx/>
                <a:latin typeface="Noto Sans"/>
              </a:defRPr>
            </a:lvl2pPr>
            <a:lvl3pPr lvl="2" algn="l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hu-HU" sz="2400" b="0" u="none" strike="noStrike">
                <a:solidFill>
                  <a:srgbClr val="FFFFFF"/>
                </a:solidFill>
                <a:effectLst/>
                <a:uFillTx/>
                <a:latin typeface="Noto Sans"/>
              </a:defRPr>
            </a:lvl3pPr>
            <a:lvl4pPr lvl="3" algn="l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hu-HU" sz="2000" b="0" u="none" strike="noStrike">
                <a:solidFill>
                  <a:srgbClr val="FFFFFF"/>
                </a:solidFill>
                <a:effectLst/>
                <a:uFillTx/>
                <a:latin typeface="Noto Sans"/>
              </a:defRPr>
            </a:lvl4pPr>
            <a:lvl5pPr lvl="4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hu-HU" sz="2000" b="0" u="none" strike="noStrike">
                <a:solidFill>
                  <a:srgbClr val="FFFFFF"/>
                </a:solidFill>
                <a:effectLst/>
                <a:uFillTx/>
                <a:latin typeface="Noto Sans"/>
              </a:defRPr>
            </a:lvl5pPr>
            <a:lvl6pPr lvl="5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hu-HU" sz="2000" b="0" u="none" strike="noStrike">
                <a:solidFill>
                  <a:srgbClr val="FFFFFF"/>
                </a:solidFill>
                <a:effectLst/>
                <a:uFillTx/>
                <a:latin typeface="Noto Sans"/>
              </a:defRPr>
            </a:lvl6pPr>
            <a:lvl7pPr lvl="6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hu-HU" sz="2000" b="0" u="none" strike="noStrike">
                <a:solidFill>
                  <a:srgbClr val="FFFFFF"/>
                </a:solidFill>
                <a:effectLst/>
                <a:uFillTx/>
                <a:latin typeface="Noto Sans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3200" b="0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Click to edit the outline text format</a:t>
            </a:r>
          </a:p>
          <a:p>
            <a:pPr marL="864000" lvl="1" indent="-324000" algn="l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hu-HU" sz="2800" b="0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Second Outline Level</a:t>
            </a:r>
          </a:p>
          <a:p>
            <a:pPr marL="1296000" lvl="2" indent="-288000" algn="l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400" b="0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Third Outline Level</a:t>
            </a:r>
          </a:p>
          <a:p>
            <a:pPr marL="1728000" lvl="3" indent="-216000" algn="l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hu-HU" sz="2000" b="0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Fourth Outline Level</a:t>
            </a:r>
          </a:p>
          <a:p>
            <a:pPr marL="2160000" lvl="4" indent="-216000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000" b="0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Fifth Outline Level</a:t>
            </a:r>
          </a:p>
          <a:p>
            <a:pPr marL="2592000" lvl="5" indent="-216000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000" b="0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Sixth Outline Level</a:t>
            </a:r>
          </a:p>
          <a:p>
            <a:pPr marL="3024000" lvl="6" indent="-216000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000" b="0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Seventh Outline Level</a:t>
            </a:r>
          </a:p>
        </p:txBody>
      </p:sp>
      <p:sp>
        <p:nvSpPr>
          <p:cNvPr id="105" name="PlaceHolder 3"/>
          <p:cNvSpPr>
            <a:spLocks noGrp="1"/>
          </p:cNvSpPr>
          <p:nvPr>
            <p:ph type="dt" idx="19"/>
          </p:nvPr>
        </p:nvSpPr>
        <p:spPr>
          <a:xfrm>
            <a:off x="468000" y="516600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hu-HU" sz="1400" b="0" u="none" strike="noStrike">
                <a:solidFill>
                  <a:srgbClr val="FFFFFF"/>
                </a:solidFill>
                <a:effectLst/>
                <a:uFillTx/>
                <a:latin typeface="Noto Sans"/>
              </a:defRPr>
            </a:lvl1pPr>
          </a:lstStyle>
          <a:p>
            <a:pPr indent="0" algn="l">
              <a:buNone/>
            </a:pPr>
            <a:r>
              <a:rPr lang="hu-HU" sz="1400" b="0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&lt;date/time&gt;</a:t>
            </a:r>
          </a:p>
        </p:txBody>
      </p:sp>
      <p:sp>
        <p:nvSpPr>
          <p:cNvPr id="106" name="PlaceHolder 4"/>
          <p:cNvSpPr>
            <a:spLocks noGrp="1"/>
          </p:cNvSpPr>
          <p:nvPr>
            <p:ph type="ftr" idx="20"/>
          </p:nvPr>
        </p:nvSpPr>
        <p:spPr>
          <a:xfrm>
            <a:off x="3442680" y="5166000"/>
            <a:ext cx="3195000" cy="39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ctr">
              <a:buNone/>
              <a:defRPr lang="hu-HU" sz="1400" b="0" u="none" strike="noStrike">
                <a:solidFill>
                  <a:srgbClr val="FFFFFF"/>
                </a:solidFill>
                <a:effectLst/>
                <a:uFillTx/>
                <a:latin typeface="Noto Sans"/>
              </a:defRPr>
            </a:lvl1pPr>
          </a:lstStyle>
          <a:p>
            <a:pPr indent="0" algn="ctr">
              <a:buNone/>
            </a:pPr>
            <a:r>
              <a:rPr lang="hu-HU" sz="1400" b="0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&lt;footer&gt;</a:t>
            </a:r>
          </a:p>
        </p:txBody>
      </p:sp>
      <p:sp>
        <p:nvSpPr>
          <p:cNvPr id="107" name="PlaceHolder 5"/>
          <p:cNvSpPr>
            <a:spLocks noGrp="1"/>
          </p:cNvSpPr>
          <p:nvPr>
            <p:ph type="sldNum" idx="21"/>
          </p:nvPr>
        </p:nvSpPr>
        <p:spPr>
          <a:xfrm>
            <a:off x="7227360" y="516600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hu-HU" sz="1400" b="0" u="none" strike="noStrike">
                <a:solidFill>
                  <a:srgbClr val="FFFFFF"/>
                </a:solidFill>
                <a:effectLst/>
                <a:uFillTx/>
                <a:latin typeface="Noto Sans"/>
              </a:defRPr>
            </a:lvl1pPr>
          </a:lstStyle>
          <a:p>
            <a:pPr indent="0" algn="r">
              <a:buNone/>
            </a:pPr>
            <a:fld id="{EFAF725A-55A5-4F92-B2A9-FBE92C08310E}" type="slidenum">
              <a:rPr lang="hu-HU" sz="1400" b="0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‹#›</a:t>
            </a:fld>
            <a:endParaRPr lang="hu-HU" sz="14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Bulle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Téglalap 113"/>
          <p:cNvSpPr/>
          <p:nvPr/>
        </p:nvSpPr>
        <p:spPr>
          <a:xfrm>
            <a:off x="6771960" y="1300320"/>
            <a:ext cx="861840" cy="182880"/>
          </a:xfrm>
          <a:prstGeom prst="rect">
            <a:avLst/>
          </a:prstGeom>
          <a:pattFill prst="wdUpDiag">
            <a:fgClr>
              <a:srgbClr val="000000"/>
            </a:fgClr>
            <a:bgClr>
              <a:srgbClr val="FFFFFF">
                <a:alpha val="0"/>
              </a:srgbClr>
            </a:bgClr>
          </a:patt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endParaRPr lang="hu-HU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115" name="Téglalap 114"/>
          <p:cNvSpPr/>
          <p:nvPr/>
        </p:nvSpPr>
        <p:spPr>
          <a:xfrm>
            <a:off x="5813280" y="3854880"/>
            <a:ext cx="861840" cy="182880"/>
          </a:xfrm>
          <a:prstGeom prst="rect">
            <a:avLst/>
          </a:prstGeom>
          <a:pattFill prst="wdUpDiag">
            <a:fgClr>
              <a:srgbClr val="000000"/>
            </a:fgClr>
            <a:bgClr>
              <a:srgbClr val="FFFFFF">
                <a:alpha val="0"/>
              </a:srgbClr>
            </a:bgClr>
          </a:patt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endParaRPr lang="hu-HU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116" name="Ellipszis 115"/>
          <p:cNvSpPr/>
          <p:nvPr/>
        </p:nvSpPr>
        <p:spPr>
          <a:xfrm>
            <a:off x="7589520" y="2560320"/>
            <a:ext cx="2194560" cy="2194560"/>
          </a:xfrm>
          <a:prstGeom prst="ellipse">
            <a:avLst/>
          </a:prstGeom>
          <a:solidFill>
            <a:srgbClr val="8D99AE">
              <a:alpha val="10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endParaRPr lang="hu-HU" sz="18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117" name="Ellipszis 116"/>
          <p:cNvSpPr/>
          <p:nvPr/>
        </p:nvSpPr>
        <p:spPr>
          <a:xfrm>
            <a:off x="3200400" y="731520"/>
            <a:ext cx="1684800" cy="1645920"/>
          </a:xfrm>
          <a:prstGeom prst="ellipse">
            <a:avLst/>
          </a:prstGeom>
          <a:solidFill>
            <a:srgbClr val="8D99AE">
              <a:alpha val="10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endParaRPr lang="hu-HU" sz="18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118" name="Ellipszis 117"/>
          <p:cNvSpPr/>
          <p:nvPr/>
        </p:nvSpPr>
        <p:spPr>
          <a:xfrm>
            <a:off x="1424160" y="3489120"/>
            <a:ext cx="1684800" cy="1645920"/>
          </a:xfrm>
          <a:prstGeom prst="ellipse">
            <a:avLst/>
          </a:prstGeom>
          <a:solidFill>
            <a:srgbClr val="8D99AE">
              <a:alpha val="10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endParaRPr lang="hu-HU" sz="18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119" name="Szabadkézi sokszög 118"/>
          <p:cNvSpPr/>
          <p:nvPr/>
        </p:nvSpPr>
        <p:spPr>
          <a:xfrm>
            <a:off x="700920" y="1900080"/>
            <a:ext cx="1402200" cy="1848960"/>
          </a:xfrm>
          <a:custGeom>
            <a:avLst/>
            <a:gdLst/>
            <a:ahLst/>
            <a:cxnLst/>
            <a:rect l="0" t="0" r="r" b="b"/>
            <a:pathLst>
              <a:path w="3895" h="5136" fill="none">
                <a:moveTo>
                  <a:pt x="339" y="0"/>
                </a:moveTo>
                <a:cubicBezTo>
                  <a:pt x="-931" y="2540"/>
                  <a:pt x="1609" y="5588"/>
                  <a:pt x="3895" y="5080"/>
                </a:cubicBezTo>
              </a:path>
            </a:pathLst>
          </a:custGeom>
          <a:ln w="36720">
            <a:solidFill>
              <a:srgbClr val="666666"/>
            </a:solidFill>
            <a:custDash>
              <a:ds d="600000" sp="300000"/>
            </a:custDash>
            <a:round/>
            <a:headEnd type="triangle" w="med" len="med"/>
            <a:tailEnd type="triangle" w="med" len="med"/>
          </a:ln>
        </p:spPr>
        <p:txBody>
          <a:bodyPr lIns="108360" tIns="63360" rIns="108360" bIns="63360" anchor="ctr">
            <a:noAutofit/>
          </a:bodyPr>
          <a:lstStyle/>
          <a:p>
            <a:endParaRPr lang="hu-HU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120" name="Szabadkézi sokszög 119"/>
          <p:cNvSpPr/>
          <p:nvPr/>
        </p:nvSpPr>
        <p:spPr>
          <a:xfrm>
            <a:off x="3931920" y="2011680"/>
            <a:ext cx="975960" cy="1371600"/>
          </a:xfrm>
          <a:custGeom>
            <a:avLst/>
            <a:gdLst/>
            <a:ahLst/>
            <a:cxnLst/>
            <a:rect l="0" t="0" r="r" b="b"/>
            <a:pathLst>
              <a:path w="2711" h="3810" fill="none">
                <a:moveTo>
                  <a:pt x="0" y="3810"/>
                </a:moveTo>
                <a:cubicBezTo>
                  <a:pt x="762" y="3048"/>
                  <a:pt x="1271" y="3556"/>
                  <a:pt x="1270" y="2795"/>
                </a:cubicBezTo>
                <a:cubicBezTo>
                  <a:pt x="1270" y="2032"/>
                  <a:pt x="3301" y="2286"/>
                  <a:pt x="2540" y="3048"/>
                </a:cubicBezTo>
                <a:cubicBezTo>
                  <a:pt x="1778" y="3810"/>
                  <a:pt x="1524" y="508"/>
                  <a:pt x="2540" y="0"/>
                </a:cubicBezTo>
              </a:path>
            </a:pathLst>
          </a:custGeom>
          <a:ln w="36720">
            <a:solidFill>
              <a:srgbClr val="666666"/>
            </a:solidFill>
            <a:custDash>
              <a:ds d="600000" sp="300000"/>
            </a:custDash>
            <a:round/>
            <a:headEnd type="triangle" w="med" len="med"/>
            <a:tailEnd type="triangle" w="med" len="med"/>
          </a:ln>
        </p:spPr>
        <p:txBody>
          <a:bodyPr lIns="108360" tIns="63360" rIns="108360" bIns="63360" anchor="ctr">
            <a:noAutofit/>
          </a:bodyPr>
          <a:lstStyle/>
          <a:p>
            <a:endParaRPr lang="hu-HU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121" name="Szabadkézi sokszög 120"/>
          <p:cNvSpPr/>
          <p:nvPr/>
        </p:nvSpPr>
        <p:spPr>
          <a:xfrm>
            <a:off x="7724880" y="2103120"/>
            <a:ext cx="779040" cy="1463040"/>
          </a:xfrm>
          <a:custGeom>
            <a:avLst/>
            <a:gdLst/>
            <a:ahLst/>
            <a:cxnLst/>
            <a:rect l="0" t="0" r="r" b="b"/>
            <a:pathLst>
              <a:path w="2164" h="4064" fill="none">
                <a:moveTo>
                  <a:pt x="132" y="4064"/>
                </a:moveTo>
                <a:cubicBezTo>
                  <a:pt x="-630" y="3301"/>
                  <a:pt x="2164" y="3555"/>
                  <a:pt x="2164" y="2794"/>
                </a:cubicBezTo>
                <a:cubicBezTo>
                  <a:pt x="2164" y="2032"/>
                  <a:pt x="-630" y="1778"/>
                  <a:pt x="132" y="2540"/>
                </a:cubicBezTo>
                <a:cubicBezTo>
                  <a:pt x="894" y="3302"/>
                  <a:pt x="1910" y="508"/>
                  <a:pt x="894" y="0"/>
                </a:cubicBezTo>
              </a:path>
            </a:pathLst>
          </a:custGeom>
          <a:ln w="36720">
            <a:solidFill>
              <a:srgbClr val="666666"/>
            </a:solidFill>
            <a:custDash>
              <a:ds d="600000" sp="300000"/>
            </a:custDash>
            <a:round/>
            <a:headEnd type="triangle" w="med" len="med"/>
            <a:tailEnd type="triangle" w="med" len="med"/>
          </a:ln>
        </p:spPr>
        <p:txBody>
          <a:bodyPr lIns="108360" tIns="63360" rIns="108360" bIns="63360" anchor="ctr">
            <a:noAutofit/>
          </a:bodyPr>
          <a:lstStyle/>
          <a:p>
            <a:endParaRPr lang="hu-HU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122" name="Téglalap 121"/>
          <p:cNvSpPr/>
          <p:nvPr/>
        </p:nvSpPr>
        <p:spPr>
          <a:xfrm>
            <a:off x="1424160" y="4754880"/>
            <a:ext cx="861840" cy="182880"/>
          </a:xfrm>
          <a:prstGeom prst="rect">
            <a:avLst/>
          </a:prstGeom>
          <a:pattFill prst="wdUpDiag">
            <a:fgClr>
              <a:srgbClr val="000000"/>
            </a:fgClr>
            <a:bgClr>
              <a:srgbClr val="FFFFFF">
                <a:alpha val="0"/>
              </a:srgbClr>
            </a:bgClr>
          </a:patt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endParaRPr lang="hu-HU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123" name="Téglalap 122"/>
          <p:cNvSpPr/>
          <p:nvPr/>
        </p:nvSpPr>
        <p:spPr>
          <a:xfrm>
            <a:off x="2887200" y="1300320"/>
            <a:ext cx="861840" cy="182880"/>
          </a:xfrm>
          <a:prstGeom prst="rect">
            <a:avLst/>
          </a:prstGeom>
          <a:pattFill prst="wdUpDiag">
            <a:fgClr>
              <a:srgbClr val="000000"/>
            </a:fgClr>
            <a:bgClr>
              <a:srgbClr val="FFFFFF">
                <a:alpha val="0"/>
              </a:srgbClr>
            </a:bgClr>
          </a:patt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endParaRPr lang="hu-HU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124" name="PlaceHolder 1"/>
          <p:cNvSpPr>
            <a:spLocks noGrp="1"/>
          </p:cNvSpPr>
          <p:nvPr>
            <p:ph type="title"/>
          </p:nvPr>
        </p:nvSpPr>
        <p:spPr>
          <a:xfrm>
            <a:off x="468000" y="468000"/>
            <a:ext cx="907200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>
            <a:lvl1pPr indent="0" algn="ctr">
              <a:buNone/>
              <a:defRPr lang="hu-HU" sz="4400" b="1" u="none" strike="noStrike">
                <a:solidFill>
                  <a:srgbClr val="FFFFFF"/>
                </a:solidFill>
                <a:effectLst/>
                <a:uFillTx/>
                <a:latin typeface="Noto Sans"/>
              </a:defRPr>
            </a:lvl1pPr>
          </a:lstStyle>
          <a:p>
            <a:pPr indent="0" algn="ctr">
              <a:buNone/>
            </a:pPr>
            <a:r>
              <a:rPr lang="hu-HU" sz="4400" b="1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Click to edit the title text format</a:t>
            </a:r>
          </a:p>
        </p:txBody>
      </p:sp>
      <p:sp>
        <p:nvSpPr>
          <p:cNvPr id="125" name="PlaceHolder 2"/>
          <p:cNvSpPr>
            <a:spLocks noGrp="1"/>
          </p:cNvSpPr>
          <p:nvPr>
            <p:ph type="body"/>
          </p:nvPr>
        </p:nvSpPr>
        <p:spPr>
          <a:xfrm>
            <a:off x="468000" y="1800000"/>
            <a:ext cx="907200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hu-HU" sz="3200" b="0" u="none" strike="noStrike">
                <a:solidFill>
                  <a:srgbClr val="FFFFFF"/>
                </a:solidFill>
                <a:effectLst/>
                <a:uFillTx/>
                <a:latin typeface="Noto Sans"/>
              </a:defRPr>
            </a:lvl1pPr>
            <a:lvl2pPr lvl="1" algn="l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hu-HU" sz="2800" b="0" u="none" strike="noStrike">
                <a:solidFill>
                  <a:srgbClr val="FFFFFF"/>
                </a:solidFill>
                <a:effectLst/>
                <a:uFillTx/>
                <a:latin typeface="Noto Sans"/>
              </a:defRPr>
            </a:lvl2pPr>
            <a:lvl3pPr lvl="2" algn="l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hu-HU" sz="2400" b="0" u="none" strike="noStrike">
                <a:solidFill>
                  <a:srgbClr val="FFFFFF"/>
                </a:solidFill>
                <a:effectLst/>
                <a:uFillTx/>
                <a:latin typeface="Noto Sans"/>
              </a:defRPr>
            </a:lvl3pPr>
            <a:lvl4pPr lvl="3" algn="l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hu-HU" sz="2000" b="0" u="none" strike="noStrike">
                <a:solidFill>
                  <a:srgbClr val="FFFFFF"/>
                </a:solidFill>
                <a:effectLst/>
                <a:uFillTx/>
                <a:latin typeface="Noto Sans"/>
              </a:defRPr>
            </a:lvl4pPr>
            <a:lvl5pPr lvl="4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hu-HU" sz="2000" b="0" u="none" strike="noStrike">
                <a:solidFill>
                  <a:srgbClr val="FFFFFF"/>
                </a:solidFill>
                <a:effectLst/>
                <a:uFillTx/>
                <a:latin typeface="Noto Sans"/>
              </a:defRPr>
            </a:lvl5pPr>
            <a:lvl6pPr lvl="5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hu-HU" sz="2000" b="0" u="none" strike="noStrike">
                <a:solidFill>
                  <a:srgbClr val="FFFFFF"/>
                </a:solidFill>
                <a:effectLst/>
                <a:uFillTx/>
                <a:latin typeface="Noto Sans"/>
              </a:defRPr>
            </a:lvl6pPr>
            <a:lvl7pPr lvl="6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hu-HU" sz="2000" b="0" u="none" strike="noStrike">
                <a:solidFill>
                  <a:srgbClr val="FFFFFF"/>
                </a:solidFill>
                <a:effectLst/>
                <a:uFillTx/>
                <a:latin typeface="Noto Sans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3200" b="0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Click to edit the outline text format</a:t>
            </a:r>
          </a:p>
          <a:p>
            <a:pPr marL="864000" lvl="1" indent="-324000" algn="l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hu-HU" sz="2800" b="0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Second Outline Level</a:t>
            </a:r>
          </a:p>
          <a:p>
            <a:pPr marL="1296000" lvl="2" indent="-288000" algn="l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400" b="0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Third Outline Level</a:t>
            </a:r>
          </a:p>
          <a:p>
            <a:pPr marL="1728000" lvl="3" indent="-216000" algn="l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hu-HU" sz="2000" b="0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Fourth Outline Level</a:t>
            </a:r>
          </a:p>
          <a:p>
            <a:pPr marL="2160000" lvl="4" indent="-216000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000" b="0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Fifth Outline Level</a:t>
            </a:r>
          </a:p>
          <a:p>
            <a:pPr marL="2592000" lvl="5" indent="-216000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000" b="0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Sixth Outline Level</a:t>
            </a:r>
          </a:p>
          <a:p>
            <a:pPr marL="3024000" lvl="6" indent="-216000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000" b="0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Seventh Outline Level</a:t>
            </a:r>
          </a:p>
        </p:txBody>
      </p:sp>
      <p:sp>
        <p:nvSpPr>
          <p:cNvPr id="126" name="PlaceHolder 3"/>
          <p:cNvSpPr>
            <a:spLocks noGrp="1"/>
          </p:cNvSpPr>
          <p:nvPr>
            <p:ph type="dt" idx="22"/>
          </p:nvPr>
        </p:nvSpPr>
        <p:spPr>
          <a:xfrm>
            <a:off x="468000" y="516600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hu-HU" sz="1400" b="0" u="none" strike="noStrike">
                <a:solidFill>
                  <a:srgbClr val="FFFFFF"/>
                </a:solidFill>
                <a:effectLst/>
                <a:uFillTx/>
                <a:latin typeface="Noto Sans"/>
              </a:defRPr>
            </a:lvl1pPr>
          </a:lstStyle>
          <a:p>
            <a:pPr indent="0" algn="l">
              <a:buNone/>
            </a:pPr>
            <a:r>
              <a:rPr lang="hu-HU" sz="1400" b="0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&lt;date/time&gt;</a:t>
            </a:r>
          </a:p>
        </p:txBody>
      </p:sp>
      <p:sp>
        <p:nvSpPr>
          <p:cNvPr id="127" name="PlaceHolder 4"/>
          <p:cNvSpPr>
            <a:spLocks noGrp="1"/>
          </p:cNvSpPr>
          <p:nvPr>
            <p:ph type="ftr" idx="23"/>
          </p:nvPr>
        </p:nvSpPr>
        <p:spPr>
          <a:xfrm>
            <a:off x="3442680" y="5166000"/>
            <a:ext cx="3195000" cy="39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ctr">
              <a:buNone/>
              <a:defRPr lang="hu-HU" sz="1400" b="0" u="none" strike="noStrike">
                <a:solidFill>
                  <a:srgbClr val="FFFFFF"/>
                </a:solidFill>
                <a:effectLst/>
                <a:uFillTx/>
                <a:latin typeface="Noto Sans"/>
              </a:defRPr>
            </a:lvl1pPr>
          </a:lstStyle>
          <a:p>
            <a:pPr indent="0" algn="ctr">
              <a:buNone/>
            </a:pPr>
            <a:r>
              <a:rPr lang="hu-HU" sz="1400" b="0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&lt;footer&gt;</a:t>
            </a:r>
          </a:p>
        </p:txBody>
      </p:sp>
      <p:sp>
        <p:nvSpPr>
          <p:cNvPr id="128" name="PlaceHolder 5"/>
          <p:cNvSpPr>
            <a:spLocks noGrp="1"/>
          </p:cNvSpPr>
          <p:nvPr>
            <p:ph type="sldNum" idx="24"/>
          </p:nvPr>
        </p:nvSpPr>
        <p:spPr>
          <a:xfrm>
            <a:off x="7227360" y="516600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hu-HU" sz="1400" b="0" u="none" strike="noStrike">
                <a:solidFill>
                  <a:srgbClr val="FFFFFF"/>
                </a:solidFill>
                <a:effectLst/>
                <a:uFillTx/>
                <a:latin typeface="Noto Sans"/>
              </a:defRPr>
            </a:lvl1pPr>
          </a:lstStyle>
          <a:p>
            <a:pPr indent="0" algn="r">
              <a:buNone/>
            </a:pPr>
            <a:fld id="{91D7980A-4C46-4A22-8228-81AD771FFE2E}" type="slidenum">
              <a:rPr lang="hu-HU" sz="1400" b="0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‹#›</a:t>
            </a:fld>
            <a:endParaRPr lang="hu-HU" sz="14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Jigsa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9" name="Csoportba foglalás 128"/>
          <p:cNvGrpSpPr/>
          <p:nvPr/>
        </p:nvGrpSpPr>
        <p:grpSpPr>
          <a:xfrm>
            <a:off x="2982960" y="1548000"/>
            <a:ext cx="5982480" cy="3326040"/>
            <a:chOff x="2982960" y="1548000"/>
            <a:chExt cx="5982480" cy="3326040"/>
          </a:xfrm>
        </p:grpSpPr>
        <p:sp>
          <p:nvSpPr>
            <p:cNvPr id="130" name="Téglalap 129"/>
            <p:cNvSpPr/>
            <p:nvPr/>
          </p:nvSpPr>
          <p:spPr>
            <a:xfrm>
              <a:off x="3570480" y="1888200"/>
              <a:ext cx="4927320" cy="2623320"/>
            </a:xfrm>
            <a:prstGeom prst="rect">
              <a:avLst/>
            </a:prstGeom>
            <a:solidFill>
              <a:srgbClr val="E9ECE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endParaRPr lang="hu-HU" sz="1800" b="0" u="none" strike="noStrik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131" name="Téglalap 130"/>
            <p:cNvSpPr/>
            <p:nvPr/>
          </p:nvSpPr>
          <p:spPr>
            <a:xfrm>
              <a:off x="3763800" y="1585440"/>
              <a:ext cx="4927320" cy="2623320"/>
            </a:xfrm>
            <a:prstGeom prst="rect">
              <a:avLst/>
            </a:prstGeom>
            <a:noFill/>
            <a:ln w="1836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9000" tIns="54000" rIns="99000" bIns="54000" anchor="ctr">
              <a:noAutofit/>
            </a:bodyPr>
            <a:lstStyle/>
            <a:p>
              <a:endParaRPr lang="hu-HU" sz="1800" b="0" u="none" strike="noStrike">
                <a:solidFill>
                  <a:srgbClr val="FFFFFF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132" name="Szövegdoboz 131"/>
            <p:cNvSpPr txBox="1"/>
            <p:nvPr/>
          </p:nvSpPr>
          <p:spPr>
            <a:xfrm>
              <a:off x="3844800" y="1548000"/>
              <a:ext cx="1097280" cy="1474200"/>
            </a:xfrm>
            <a:prstGeom prst="rect">
              <a:avLst/>
            </a:prstGeom>
            <a:noFill/>
            <a:ln w="0">
              <a:noFill/>
            </a:ln>
          </p:spPr>
          <p:txBody>
            <a:bodyPr lIns="90000" tIns="45000" rIns="90000" bIns="45000" anchor="t">
              <a:spAutoFit/>
            </a:bodyPr>
            <a:lstStyle/>
            <a:p>
              <a:r>
                <a:rPr lang="hu-HU" sz="8000" b="0" u="none" strike="noStrike">
                  <a:solidFill>
                    <a:srgbClr val="FFFFFF"/>
                  </a:solidFill>
                  <a:effectLst/>
                  <a:uFillTx/>
                  <a:latin typeface="Noto Sans"/>
                </a:rPr>
                <a:t>“</a:t>
              </a:r>
            </a:p>
          </p:txBody>
        </p:sp>
        <p:sp>
          <p:nvSpPr>
            <p:cNvPr id="133" name="Szövegdoboz 132"/>
            <p:cNvSpPr txBox="1"/>
            <p:nvPr/>
          </p:nvSpPr>
          <p:spPr>
            <a:xfrm>
              <a:off x="7868160" y="3399840"/>
              <a:ext cx="1097280" cy="1474200"/>
            </a:xfrm>
            <a:prstGeom prst="rect">
              <a:avLst/>
            </a:prstGeom>
            <a:noFill/>
            <a:ln w="0">
              <a:noFill/>
            </a:ln>
          </p:spPr>
          <p:txBody>
            <a:bodyPr lIns="90000" tIns="45000" rIns="90000" bIns="45000" anchor="t">
              <a:spAutoFit/>
            </a:bodyPr>
            <a:lstStyle/>
            <a:p>
              <a:r>
                <a:rPr lang="hu-HU" sz="8000" b="0" u="none" strike="noStrike">
                  <a:solidFill>
                    <a:srgbClr val="FFFFFF"/>
                  </a:solidFill>
                  <a:effectLst/>
                  <a:uFillTx/>
                  <a:latin typeface="Noto Sans"/>
                </a:rPr>
                <a:t>”</a:t>
              </a:r>
            </a:p>
          </p:txBody>
        </p:sp>
        <p:sp>
          <p:nvSpPr>
            <p:cNvPr id="134" name="Téglalap 133"/>
            <p:cNvSpPr/>
            <p:nvPr/>
          </p:nvSpPr>
          <p:spPr>
            <a:xfrm>
              <a:off x="2982960" y="4117320"/>
              <a:ext cx="1044720" cy="302760"/>
            </a:xfrm>
            <a:prstGeom prst="rect">
              <a:avLst/>
            </a:prstGeom>
            <a:pattFill prst="wdUpDiag">
              <a:fgClr>
                <a:srgbClr val="000000"/>
              </a:fgClr>
              <a:bgClr>
                <a:srgbClr val="FFFFFF">
                  <a:alpha val="0"/>
                </a:srgbClr>
              </a:bgClr>
            </a:patt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endParaRPr lang="hu-HU" sz="1800" b="0" u="none" strike="noStrik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</p:grpSp>
      <p:grpSp>
        <p:nvGrpSpPr>
          <p:cNvPr id="135" name="Csoportba foglalás 134"/>
          <p:cNvGrpSpPr/>
          <p:nvPr/>
        </p:nvGrpSpPr>
        <p:grpSpPr>
          <a:xfrm>
            <a:off x="-927000" y="-375120"/>
            <a:ext cx="3796200" cy="6389640"/>
            <a:chOff x="-927000" y="-375120"/>
            <a:chExt cx="3796200" cy="6389640"/>
          </a:xfrm>
        </p:grpSpPr>
        <p:sp>
          <p:nvSpPr>
            <p:cNvPr id="136" name="Szabadkézi sokszög 135"/>
            <p:cNvSpPr/>
            <p:nvPr/>
          </p:nvSpPr>
          <p:spPr>
            <a:xfrm rot="5400000">
              <a:off x="459720" y="-221760"/>
              <a:ext cx="1073160" cy="766440"/>
            </a:xfrm>
            <a:custGeom>
              <a:avLst/>
              <a:gdLst>
                <a:gd name="textAreaLeft" fmla="*/ 278280 w 1073160"/>
                <a:gd name="textAreaRight" fmla="*/ 794880 w 1073160"/>
                <a:gd name="textAreaTop" fmla="*/ 258840 h 766440"/>
                <a:gd name="textAreaBottom" fmla="*/ 507600 h 766440"/>
                <a:gd name="GluePoint1X" fmla="*/ 10800 w 21600"/>
                <a:gd name="GluePoint1Y" fmla="*/ 0 h 21600"/>
                <a:gd name="GluePoint2X" fmla="*/ 0 w 21600"/>
                <a:gd name="GluePoint2Y" fmla="*/ 10800 h 21600"/>
                <a:gd name="GluePoint3X" fmla="*/ 10800 w 21600"/>
                <a:gd name="GluePoint3Y" fmla="*/ 21600 h 21600"/>
                <a:gd name="GluePoint4X" fmla="*/ 21600 w 21600"/>
                <a:gd name="GluePoint4Y" fmla="*/ 10800 h 2160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solidFill>
              <a:srgbClr val="6C757D"/>
            </a:solidFill>
            <a:ln w="0">
              <a:solidFill>
                <a:srgbClr val="000000"/>
              </a:solidFill>
            </a:ln>
            <a:effectLst>
              <a:outerShdw dist="103350" dir="2700000" rotWithShape="0">
                <a:srgbClr val="808080">
                  <a:alpha val="20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hu-HU" sz="1800" b="0" u="none" strike="noStrike">
                <a:solidFill>
                  <a:srgbClr val="FFFFFF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137" name="Szabadkézi sokszög 136"/>
            <p:cNvSpPr/>
            <p:nvPr/>
          </p:nvSpPr>
          <p:spPr>
            <a:xfrm>
              <a:off x="1144440" y="-213120"/>
              <a:ext cx="1073160" cy="766440"/>
            </a:xfrm>
            <a:custGeom>
              <a:avLst/>
              <a:gdLst>
                <a:gd name="textAreaLeft" fmla="*/ 278280 w 1073160"/>
                <a:gd name="textAreaRight" fmla="*/ 794880 w 1073160"/>
                <a:gd name="textAreaTop" fmla="*/ 258840 h 766440"/>
                <a:gd name="textAreaBottom" fmla="*/ 507600 h 766440"/>
                <a:gd name="GluePoint1X" fmla="*/ 10800 w 21600"/>
                <a:gd name="GluePoint1Y" fmla="*/ 0 h 21600"/>
                <a:gd name="GluePoint2X" fmla="*/ 0 w 21600"/>
                <a:gd name="GluePoint2Y" fmla="*/ 10800 h 21600"/>
                <a:gd name="GluePoint3X" fmla="*/ 10800 w 21600"/>
                <a:gd name="GluePoint3Y" fmla="*/ 21600 h 21600"/>
                <a:gd name="GluePoint4X" fmla="*/ 21600 w 21600"/>
                <a:gd name="GluePoint4Y" fmla="*/ 10800 h 2160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blipFill rotWithShape="0">
              <a:blip r:embed="rId2"/>
              <a:srcRect/>
              <a:tile tx="0" ty="0" sx="74822" sy="74822" algn="ctr"/>
            </a:blipFill>
            <a:ln w="0">
              <a:solidFill>
                <a:srgbClr val="000000"/>
              </a:solidFill>
            </a:ln>
            <a:effectLst>
              <a:outerShdw dist="101823" dir="2700000" rotWithShape="0">
                <a:srgbClr val="808080">
                  <a:alpha val="20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hu-HU" sz="1800" b="0" u="none" strike="noStrik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138" name="Szabadkézi sokszög 137"/>
            <p:cNvSpPr/>
            <p:nvPr/>
          </p:nvSpPr>
          <p:spPr>
            <a:xfrm rot="5400000">
              <a:off x="-231480" y="450360"/>
              <a:ext cx="1073160" cy="766440"/>
            </a:xfrm>
            <a:custGeom>
              <a:avLst/>
              <a:gdLst>
                <a:gd name="textAreaLeft" fmla="*/ 278280 w 1073160"/>
                <a:gd name="textAreaRight" fmla="*/ 794880 w 1073160"/>
                <a:gd name="textAreaTop" fmla="*/ 258840 h 766440"/>
                <a:gd name="textAreaBottom" fmla="*/ 507600 h 766440"/>
                <a:gd name="GluePoint1X" fmla="*/ 10800 w 21600"/>
                <a:gd name="GluePoint1Y" fmla="*/ 0 h 21600"/>
                <a:gd name="GluePoint2X" fmla="*/ 0 w 21600"/>
                <a:gd name="GluePoint2Y" fmla="*/ 10800 h 21600"/>
                <a:gd name="GluePoint3X" fmla="*/ 10800 w 21600"/>
                <a:gd name="GluePoint3Y" fmla="*/ 21600 h 21600"/>
                <a:gd name="GluePoint4X" fmla="*/ 21600 w 21600"/>
                <a:gd name="GluePoint4Y" fmla="*/ 10800 h 2160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solidFill>
              <a:srgbClr val="DEE2E6"/>
            </a:solidFill>
            <a:ln w="0">
              <a:solidFill>
                <a:srgbClr val="000000"/>
              </a:solidFill>
            </a:ln>
            <a:effectLst>
              <a:outerShdw dist="103350" dir="2700000" rotWithShape="0">
                <a:srgbClr val="808080">
                  <a:alpha val="20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hu-HU" sz="1800" b="0" u="none" strike="noStrik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139" name="Szabadkézi sokszög 138"/>
            <p:cNvSpPr/>
            <p:nvPr/>
          </p:nvSpPr>
          <p:spPr>
            <a:xfrm>
              <a:off x="448200" y="456840"/>
              <a:ext cx="1073160" cy="766440"/>
            </a:xfrm>
            <a:custGeom>
              <a:avLst/>
              <a:gdLst>
                <a:gd name="textAreaLeft" fmla="*/ 278280 w 1073160"/>
                <a:gd name="textAreaRight" fmla="*/ 794880 w 1073160"/>
                <a:gd name="textAreaTop" fmla="*/ 258840 h 766440"/>
                <a:gd name="textAreaBottom" fmla="*/ 507600 h 766440"/>
                <a:gd name="GluePoint1X" fmla="*/ 10800 w 21600"/>
                <a:gd name="GluePoint1Y" fmla="*/ 0 h 21600"/>
                <a:gd name="GluePoint2X" fmla="*/ 0 w 21600"/>
                <a:gd name="GluePoint2Y" fmla="*/ 10800 h 21600"/>
                <a:gd name="GluePoint3X" fmla="*/ 10800 w 21600"/>
                <a:gd name="GluePoint3Y" fmla="*/ 21600 h 21600"/>
                <a:gd name="GluePoint4X" fmla="*/ 21600 w 21600"/>
                <a:gd name="GluePoint4Y" fmla="*/ 10800 h 2160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solidFill>
              <a:srgbClr val="CED4DA"/>
            </a:solidFill>
            <a:ln w="0">
              <a:solidFill>
                <a:srgbClr val="000000"/>
              </a:solidFill>
            </a:ln>
            <a:effectLst>
              <a:outerShdw dist="103350" dir="2700000" rotWithShape="0">
                <a:srgbClr val="808080">
                  <a:alpha val="20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hu-HU" sz="1800" b="0" u="none" strike="noStrik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140" name="Szabadkézi sokszög 139"/>
            <p:cNvSpPr/>
            <p:nvPr/>
          </p:nvSpPr>
          <p:spPr>
            <a:xfrm rot="5400000">
              <a:off x="438840" y="1140840"/>
              <a:ext cx="1073160" cy="766440"/>
            </a:xfrm>
            <a:custGeom>
              <a:avLst/>
              <a:gdLst>
                <a:gd name="textAreaLeft" fmla="*/ 278280 w 1073160"/>
                <a:gd name="textAreaRight" fmla="*/ 794880 w 1073160"/>
                <a:gd name="textAreaTop" fmla="*/ 258840 h 766440"/>
                <a:gd name="textAreaBottom" fmla="*/ 507600 h 766440"/>
                <a:gd name="GluePoint1X" fmla="*/ 10800 w 21600"/>
                <a:gd name="GluePoint1Y" fmla="*/ 0 h 21600"/>
                <a:gd name="GluePoint2X" fmla="*/ 0 w 21600"/>
                <a:gd name="GluePoint2Y" fmla="*/ 10800 h 21600"/>
                <a:gd name="GluePoint3X" fmla="*/ 10800 w 21600"/>
                <a:gd name="GluePoint3Y" fmla="*/ 21600 h 21600"/>
                <a:gd name="GluePoint4X" fmla="*/ 21600 w 21600"/>
                <a:gd name="GluePoint4Y" fmla="*/ 10800 h 2160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blipFill rotWithShape="0">
              <a:blip r:embed="rId3"/>
              <a:srcRect/>
              <a:tile tx="0" ty="0" sx="74822" sy="74822" algn="ctr"/>
            </a:blipFill>
            <a:ln w="0">
              <a:solidFill>
                <a:srgbClr val="000000"/>
              </a:solidFill>
            </a:ln>
            <a:effectLst>
              <a:outerShdw dist="103350" dir="2700000" rotWithShape="0">
                <a:srgbClr val="808080">
                  <a:alpha val="20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hu-HU" sz="1800" b="0" u="none" strike="noStrik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141" name="Szabadkézi sokszög 140"/>
            <p:cNvSpPr/>
            <p:nvPr/>
          </p:nvSpPr>
          <p:spPr>
            <a:xfrm>
              <a:off x="1124280" y="1149480"/>
              <a:ext cx="1073160" cy="766440"/>
            </a:xfrm>
            <a:custGeom>
              <a:avLst/>
              <a:gdLst>
                <a:gd name="textAreaLeft" fmla="*/ 278280 w 1073160"/>
                <a:gd name="textAreaRight" fmla="*/ 794880 w 1073160"/>
                <a:gd name="textAreaTop" fmla="*/ 258840 h 766440"/>
                <a:gd name="textAreaBottom" fmla="*/ 507600 h 766440"/>
                <a:gd name="GluePoint1X" fmla="*/ 10800 w 21600"/>
                <a:gd name="GluePoint1Y" fmla="*/ 0 h 21600"/>
                <a:gd name="GluePoint2X" fmla="*/ 0 w 21600"/>
                <a:gd name="GluePoint2Y" fmla="*/ 10800 h 21600"/>
                <a:gd name="GluePoint3X" fmla="*/ 10800 w 21600"/>
                <a:gd name="GluePoint3Y" fmla="*/ 21600 h 21600"/>
                <a:gd name="GluePoint4X" fmla="*/ 21600 w 21600"/>
                <a:gd name="GluePoint4Y" fmla="*/ 10800 h 2160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solidFill>
              <a:srgbClr val="CED4DA"/>
            </a:solidFill>
            <a:ln w="0">
              <a:solidFill>
                <a:srgbClr val="000000"/>
              </a:solidFill>
            </a:ln>
            <a:effectLst>
              <a:outerShdw dist="103350" dir="2700000" rotWithShape="0">
                <a:srgbClr val="808080">
                  <a:alpha val="20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hu-HU" sz="1800" b="0" u="none" strike="noStrik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142" name="Szabadkézi sokszög 141"/>
            <p:cNvSpPr/>
            <p:nvPr/>
          </p:nvSpPr>
          <p:spPr>
            <a:xfrm>
              <a:off x="-927000" y="1809360"/>
              <a:ext cx="1073160" cy="766440"/>
            </a:xfrm>
            <a:custGeom>
              <a:avLst/>
              <a:gdLst>
                <a:gd name="textAreaLeft" fmla="*/ 278280 w 1073160"/>
                <a:gd name="textAreaRight" fmla="*/ 794880 w 1073160"/>
                <a:gd name="textAreaTop" fmla="*/ 258840 h 766440"/>
                <a:gd name="textAreaBottom" fmla="*/ 507600 h 766440"/>
                <a:gd name="GluePoint1X" fmla="*/ 10800 w 21600"/>
                <a:gd name="GluePoint1Y" fmla="*/ 0 h 21600"/>
                <a:gd name="GluePoint2X" fmla="*/ 0 w 21600"/>
                <a:gd name="GluePoint2Y" fmla="*/ 10800 h 21600"/>
                <a:gd name="GluePoint3X" fmla="*/ 10800 w 21600"/>
                <a:gd name="GluePoint3Y" fmla="*/ 21600 h 21600"/>
                <a:gd name="GluePoint4X" fmla="*/ 21600 w 21600"/>
                <a:gd name="GluePoint4Y" fmla="*/ 10800 h 2160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blipFill rotWithShape="0">
              <a:blip r:embed="rId2"/>
              <a:srcRect/>
              <a:tile tx="0" ty="0" sx="74822" sy="74822" algn="ctr"/>
            </a:blipFill>
            <a:ln w="0">
              <a:solidFill>
                <a:srgbClr val="000000"/>
              </a:solidFill>
            </a:ln>
            <a:effectLst>
              <a:outerShdw dist="101823" dir="2700000" rotWithShape="0">
                <a:srgbClr val="808080">
                  <a:alpha val="20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hu-HU" sz="1800" b="0" u="none" strike="noStrik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143" name="Szabadkézi sokszög 142"/>
            <p:cNvSpPr/>
            <p:nvPr/>
          </p:nvSpPr>
          <p:spPr>
            <a:xfrm rot="5400000">
              <a:off x="-245520" y="1815120"/>
              <a:ext cx="1073160" cy="766440"/>
            </a:xfrm>
            <a:custGeom>
              <a:avLst/>
              <a:gdLst>
                <a:gd name="textAreaLeft" fmla="*/ 278280 w 1073160"/>
                <a:gd name="textAreaRight" fmla="*/ 794880 w 1073160"/>
                <a:gd name="textAreaTop" fmla="*/ 258840 h 766440"/>
                <a:gd name="textAreaBottom" fmla="*/ 507600 h 766440"/>
                <a:gd name="GluePoint1X" fmla="*/ 10800 w 21600"/>
                <a:gd name="GluePoint1Y" fmla="*/ 0 h 21600"/>
                <a:gd name="GluePoint2X" fmla="*/ 0 w 21600"/>
                <a:gd name="GluePoint2Y" fmla="*/ 10800 h 21600"/>
                <a:gd name="GluePoint3X" fmla="*/ 10800 w 21600"/>
                <a:gd name="GluePoint3Y" fmla="*/ 21600 h 21600"/>
                <a:gd name="GluePoint4X" fmla="*/ 21600 w 21600"/>
                <a:gd name="GluePoint4Y" fmla="*/ 10800 h 2160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solidFill>
              <a:srgbClr val="212529"/>
            </a:solidFill>
            <a:ln w="0">
              <a:solidFill>
                <a:srgbClr val="000000"/>
              </a:solidFill>
            </a:ln>
            <a:effectLst>
              <a:outerShdw dist="103350" dir="2700000" rotWithShape="0">
                <a:srgbClr val="808080">
                  <a:alpha val="20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hu-HU" sz="1800" b="0" u="none" strike="noStrike">
                <a:solidFill>
                  <a:srgbClr val="FFFFFF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144" name="Szabadkézi sokszög 143"/>
            <p:cNvSpPr/>
            <p:nvPr/>
          </p:nvSpPr>
          <p:spPr>
            <a:xfrm>
              <a:off x="430560" y="1824480"/>
              <a:ext cx="1073160" cy="766440"/>
            </a:xfrm>
            <a:custGeom>
              <a:avLst/>
              <a:gdLst>
                <a:gd name="textAreaLeft" fmla="*/ 278280 w 1073160"/>
                <a:gd name="textAreaRight" fmla="*/ 794880 w 1073160"/>
                <a:gd name="textAreaTop" fmla="*/ 258840 h 766440"/>
                <a:gd name="textAreaBottom" fmla="*/ 507600 h 766440"/>
                <a:gd name="GluePoint1X" fmla="*/ 10800 w 21600"/>
                <a:gd name="GluePoint1Y" fmla="*/ 0 h 21600"/>
                <a:gd name="GluePoint2X" fmla="*/ 0 w 21600"/>
                <a:gd name="GluePoint2Y" fmla="*/ 10800 h 21600"/>
                <a:gd name="GluePoint3X" fmla="*/ 10800 w 21600"/>
                <a:gd name="GluePoint3Y" fmla="*/ 21600 h 21600"/>
                <a:gd name="GluePoint4X" fmla="*/ 21600 w 21600"/>
                <a:gd name="GluePoint4Y" fmla="*/ 10800 h 2160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solidFill>
              <a:srgbClr val="6C757D"/>
            </a:solidFill>
            <a:ln w="0">
              <a:solidFill>
                <a:srgbClr val="000000"/>
              </a:solidFill>
            </a:ln>
            <a:effectLst>
              <a:outerShdw dist="103350" dir="2700000" rotWithShape="0">
                <a:srgbClr val="808080">
                  <a:alpha val="20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hu-HU" sz="1800" b="0" u="none" strike="noStrike">
                <a:solidFill>
                  <a:srgbClr val="FFFFFF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145" name="Szabadkézi sokszög 144"/>
            <p:cNvSpPr/>
            <p:nvPr/>
          </p:nvSpPr>
          <p:spPr>
            <a:xfrm rot="5400000">
              <a:off x="1113480" y="1833480"/>
              <a:ext cx="1073160" cy="766440"/>
            </a:xfrm>
            <a:custGeom>
              <a:avLst/>
              <a:gdLst>
                <a:gd name="textAreaLeft" fmla="*/ 278280 w 1073160"/>
                <a:gd name="textAreaRight" fmla="*/ 794880 w 1073160"/>
                <a:gd name="textAreaTop" fmla="*/ 258840 h 766440"/>
                <a:gd name="textAreaBottom" fmla="*/ 507600 h 766440"/>
                <a:gd name="GluePoint1X" fmla="*/ 10800 w 21600"/>
                <a:gd name="GluePoint1Y" fmla="*/ 0 h 21600"/>
                <a:gd name="GluePoint2X" fmla="*/ 0 w 21600"/>
                <a:gd name="GluePoint2Y" fmla="*/ 10800 h 21600"/>
                <a:gd name="GluePoint3X" fmla="*/ 10800 w 21600"/>
                <a:gd name="GluePoint3Y" fmla="*/ 21600 h 21600"/>
                <a:gd name="GluePoint4X" fmla="*/ 21600 w 21600"/>
                <a:gd name="GluePoint4Y" fmla="*/ 10800 h 2160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solidFill>
              <a:srgbClr val="343A40"/>
            </a:solidFill>
            <a:ln w="0">
              <a:solidFill>
                <a:srgbClr val="000000"/>
              </a:solidFill>
            </a:ln>
            <a:effectLst>
              <a:outerShdw dist="103350" dir="2700000" rotWithShape="0">
                <a:srgbClr val="808080">
                  <a:alpha val="20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hu-HU" sz="1800" b="0" u="none" strike="noStrike">
                <a:solidFill>
                  <a:srgbClr val="FFFFFF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146" name="Szabadkézi sokszög 145"/>
            <p:cNvSpPr/>
            <p:nvPr/>
          </p:nvSpPr>
          <p:spPr>
            <a:xfrm>
              <a:off x="1796040" y="1839600"/>
              <a:ext cx="1073160" cy="766440"/>
            </a:xfrm>
            <a:custGeom>
              <a:avLst/>
              <a:gdLst>
                <a:gd name="textAreaLeft" fmla="*/ 278280 w 1073160"/>
                <a:gd name="textAreaRight" fmla="*/ 794880 w 1073160"/>
                <a:gd name="textAreaTop" fmla="*/ 258840 h 766440"/>
                <a:gd name="textAreaBottom" fmla="*/ 507600 h 766440"/>
                <a:gd name="GluePoint1X" fmla="*/ 10800 w 21600"/>
                <a:gd name="GluePoint1Y" fmla="*/ 0 h 21600"/>
                <a:gd name="GluePoint2X" fmla="*/ 0 w 21600"/>
                <a:gd name="GluePoint2Y" fmla="*/ 10800 h 21600"/>
                <a:gd name="GluePoint3X" fmla="*/ 10800 w 21600"/>
                <a:gd name="GluePoint3Y" fmla="*/ 21600 h 21600"/>
                <a:gd name="GluePoint4X" fmla="*/ 21600 w 21600"/>
                <a:gd name="GluePoint4Y" fmla="*/ 10800 h 2160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solidFill>
              <a:srgbClr val="CED4DA"/>
            </a:solidFill>
            <a:ln w="0">
              <a:solidFill>
                <a:srgbClr val="000000"/>
              </a:solidFill>
            </a:ln>
            <a:effectLst>
              <a:outerShdw dist="103350" dir="2700000" rotWithShape="0">
                <a:srgbClr val="808080">
                  <a:alpha val="20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hu-HU" sz="1800" b="0" u="none" strike="noStrik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147" name="Szabadkézi sokszög 146"/>
            <p:cNvSpPr/>
            <p:nvPr/>
          </p:nvSpPr>
          <p:spPr>
            <a:xfrm>
              <a:off x="-253440" y="2498400"/>
              <a:ext cx="1073160" cy="766440"/>
            </a:xfrm>
            <a:custGeom>
              <a:avLst/>
              <a:gdLst>
                <a:gd name="textAreaLeft" fmla="*/ 278280 w 1073160"/>
                <a:gd name="textAreaRight" fmla="*/ 794880 w 1073160"/>
                <a:gd name="textAreaTop" fmla="*/ 258840 h 766440"/>
                <a:gd name="textAreaBottom" fmla="*/ 507600 h 766440"/>
                <a:gd name="GluePoint1X" fmla="*/ 10800 w 21600"/>
                <a:gd name="GluePoint1Y" fmla="*/ 0 h 21600"/>
                <a:gd name="GluePoint2X" fmla="*/ 0 w 21600"/>
                <a:gd name="GluePoint2Y" fmla="*/ 10800 h 21600"/>
                <a:gd name="GluePoint3X" fmla="*/ 10800 w 21600"/>
                <a:gd name="GluePoint3Y" fmla="*/ 21600 h 21600"/>
                <a:gd name="GluePoint4X" fmla="*/ 21600 w 21600"/>
                <a:gd name="GluePoint4Y" fmla="*/ 10800 h 2160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solidFill>
              <a:srgbClr val="6C757D"/>
            </a:solidFill>
            <a:ln w="0">
              <a:solidFill>
                <a:srgbClr val="000000"/>
              </a:solidFill>
            </a:ln>
            <a:effectLst>
              <a:outerShdw dist="103350" dir="2700000" rotWithShape="0">
                <a:srgbClr val="808080">
                  <a:alpha val="20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hu-HU" sz="1800" b="0" u="none" strike="noStrike">
                <a:solidFill>
                  <a:srgbClr val="FFFFFF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148" name="Szabadkézi sokszög 147"/>
            <p:cNvSpPr/>
            <p:nvPr/>
          </p:nvSpPr>
          <p:spPr>
            <a:xfrm rot="5400000">
              <a:off x="421920" y="2508120"/>
              <a:ext cx="1073160" cy="766440"/>
            </a:xfrm>
            <a:custGeom>
              <a:avLst/>
              <a:gdLst>
                <a:gd name="textAreaLeft" fmla="*/ 278280 w 1073160"/>
                <a:gd name="textAreaRight" fmla="*/ 794880 w 1073160"/>
                <a:gd name="textAreaTop" fmla="*/ 258840 h 766440"/>
                <a:gd name="textAreaBottom" fmla="*/ 507600 h 766440"/>
                <a:gd name="GluePoint1X" fmla="*/ 10800 w 21600"/>
                <a:gd name="GluePoint1Y" fmla="*/ 0 h 21600"/>
                <a:gd name="GluePoint2X" fmla="*/ 0 w 21600"/>
                <a:gd name="GluePoint2Y" fmla="*/ 10800 h 21600"/>
                <a:gd name="GluePoint3X" fmla="*/ 10800 w 21600"/>
                <a:gd name="GluePoint3Y" fmla="*/ 21600 h 21600"/>
                <a:gd name="GluePoint4X" fmla="*/ 21600 w 21600"/>
                <a:gd name="GluePoint4Y" fmla="*/ 10800 h 2160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solidFill>
              <a:srgbClr val="DEE2E6"/>
            </a:solidFill>
            <a:ln w="0">
              <a:solidFill>
                <a:srgbClr val="000000"/>
              </a:solidFill>
            </a:ln>
            <a:effectLst>
              <a:outerShdw dist="103350" dir="2700000" rotWithShape="0">
                <a:srgbClr val="808080">
                  <a:alpha val="20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hu-HU" sz="1800" b="0" u="none" strike="noStrik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149" name="Szabadkézi sokszög 148"/>
            <p:cNvSpPr/>
            <p:nvPr/>
          </p:nvSpPr>
          <p:spPr>
            <a:xfrm rot="5400000">
              <a:off x="-262800" y="3180240"/>
              <a:ext cx="1073160" cy="766440"/>
            </a:xfrm>
            <a:custGeom>
              <a:avLst/>
              <a:gdLst>
                <a:gd name="textAreaLeft" fmla="*/ 278280 w 1073160"/>
                <a:gd name="textAreaRight" fmla="*/ 794880 w 1073160"/>
                <a:gd name="textAreaTop" fmla="*/ 258840 h 766440"/>
                <a:gd name="textAreaBottom" fmla="*/ 507600 h 766440"/>
                <a:gd name="GluePoint1X" fmla="*/ 10800 w 21600"/>
                <a:gd name="GluePoint1Y" fmla="*/ 0 h 21600"/>
                <a:gd name="GluePoint2X" fmla="*/ 0 w 21600"/>
                <a:gd name="GluePoint2Y" fmla="*/ 10800 h 21600"/>
                <a:gd name="GluePoint3X" fmla="*/ 10800 w 21600"/>
                <a:gd name="GluePoint3Y" fmla="*/ 21600 h 21600"/>
                <a:gd name="GluePoint4X" fmla="*/ 21600 w 21600"/>
                <a:gd name="GluePoint4Y" fmla="*/ 10800 h 2160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solidFill>
              <a:srgbClr val="DEE2E6"/>
            </a:solidFill>
            <a:ln w="0">
              <a:solidFill>
                <a:srgbClr val="000000"/>
              </a:solidFill>
            </a:ln>
            <a:effectLst>
              <a:outerShdw dist="103350" dir="2700000" rotWithShape="0">
                <a:srgbClr val="808080">
                  <a:alpha val="20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hu-HU" sz="1800" b="0" u="none" strike="noStrik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150" name="Szabadkézi sokszög 149"/>
            <p:cNvSpPr/>
            <p:nvPr/>
          </p:nvSpPr>
          <p:spPr>
            <a:xfrm>
              <a:off x="-271440" y="3862440"/>
              <a:ext cx="1073160" cy="766440"/>
            </a:xfrm>
            <a:custGeom>
              <a:avLst/>
              <a:gdLst>
                <a:gd name="textAreaLeft" fmla="*/ 278280 w 1073160"/>
                <a:gd name="textAreaRight" fmla="*/ 794880 w 1073160"/>
                <a:gd name="textAreaTop" fmla="*/ 258840 h 766440"/>
                <a:gd name="textAreaBottom" fmla="*/ 507600 h 766440"/>
                <a:gd name="GluePoint1X" fmla="*/ 10800 w 21600"/>
                <a:gd name="GluePoint1Y" fmla="*/ 0 h 21600"/>
                <a:gd name="GluePoint2X" fmla="*/ 0 w 21600"/>
                <a:gd name="GluePoint2Y" fmla="*/ 10800 h 21600"/>
                <a:gd name="GluePoint3X" fmla="*/ 10800 w 21600"/>
                <a:gd name="GluePoint3Y" fmla="*/ 21600 h 21600"/>
                <a:gd name="GluePoint4X" fmla="*/ 21600 w 21600"/>
                <a:gd name="GluePoint4Y" fmla="*/ 10800 h 2160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blipFill rotWithShape="0">
              <a:blip r:embed="rId2"/>
              <a:srcRect/>
              <a:tile tx="0" ty="0" sx="74822" sy="74822" algn="ctr"/>
            </a:blipFill>
            <a:ln w="0">
              <a:solidFill>
                <a:srgbClr val="000000"/>
              </a:solidFill>
            </a:ln>
            <a:effectLst>
              <a:outerShdw dist="101823" dir="2700000" rotWithShape="0">
                <a:srgbClr val="808080">
                  <a:alpha val="20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hu-HU" sz="1800" b="0" u="none" strike="noStrik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151" name="Szabadkézi sokszög 150"/>
            <p:cNvSpPr/>
            <p:nvPr/>
          </p:nvSpPr>
          <p:spPr>
            <a:xfrm rot="5400000">
              <a:off x="409320" y="3872160"/>
              <a:ext cx="1073160" cy="766440"/>
            </a:xfrm>
            <a:custGeom>
              <a:avLst/>
              <a:gdLst>
                <a:gd name="textAreaLeft" fmla="*/ 278280 w 1073160"/>
                <a:gd name="textAreaRight" fmla="*/ 794880 w 1073160"/>
                <a:gd name="textAreaTop" fmla="*/ 258840 h 766440"/>
                <a:gd name="textAreaBottom" fmla="*/ 507600 h 766440"/>
                <a:gd name="GluePoint1X" fmla="*/ 10800 w 21600"/>
                <a:gd name="GluePoint1Y" fmla="*/ 0 h 21600"/>
                <a:gd name="GluePoint2X" fmla="*/ 0 w 21600"/>
                <a:gd name="GluePoint2Y" fmla="*/ 10800 h 21600"/>
                <a:gd name="GluePoint3X" fmla="*/ 10800 w 21600"/>
                <a:gd name="GluePoint3Y" fmla="*/ 21600 h 21600"/>
                <a:gd name="GluePoint4X" fmla="*/ 21600 w 21600"/>
                <a:gd name="GluePoint4Y" fmla="*/ 10800 h 2160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solidFill>
              <a:srgbClr val="E9ECEF"/>
            </a:solidFill>
            <a:ln w="0">
              <a:solidFill>
                <a:srgbClr val="000000"/>
              </a:solidFill>
            </a:ln>
            <a:effectLst>
              <a:outerShdw dist="103350" dir="2700000" rotWithShape="0">
                <a:srgbClr val="808080">
                  <a:alpha val="20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hu-HU" sz="1800" b="0" u="none" strike="noStrik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152" name="Szabadkézi sokszög 151"/>
            <p:cNvSpPr/>
            <p:nvPr/>
          </p:nvSpPr>
          <p:spPr>
            <a:xfrm rot="5400000">
              <a:off x="-283320" y="4545000"/>
              <a:ext cx="1073160" cy="766440"/>
            </a:xfrm>
            <a:custGeom>
              <a:avLst/>
              <a:gdLst>
                <a:gd name="textAreaLeft" fmla="*/ 278280 w 1073160"/>
                <a:gd name="textAreaRight" fmla="*/ 794880 w 1073160"/>
                <a:gd name="textAreaTop" fmla="*/ 258840 h 766440"/>
                <a:gd name="textAreaBottom" fmla="*/ 507600 h 766440"/>
                <a:gd name="GluePoint1X" fmla="*/ 10800 w 21600"/>
                <a:gd name="GluePoint1Y" fmla="*/ 0 h 21600"/>
                <a:gd name="GluePoint2X" fmla="*/ 0 w 21600"/>
                <a:gd name="GluePoint2Y" fmla="*/ 10800 h 21600"/>
                <a:gd name="GluePoint3X" fmla="*/ 10800 w 21600"/>
                <a:gd name="GluePoint3Y" fmla="*/ 21600 h 21600"/>
                <a:gd name="GluePoint4X" fmla="*/ 21600 w 21600"/>
                <a:gd name="GluePoint4Y" fmla="*/ 10800 h 2160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solidFill>
              <a:srgbClr val="343A40"/>
            </a:solidFill>
            <a:ln w="0">
              <a:solidFill>
                <a:srgbClr val="000000"/>
              </a:solidFill>
            </a:ln>
            <a:effectLst>
              <a:outerShdw dist="103350" dir="2700000" rotWithShape="0">
                <a:srgbClr val="808080">
                  <a:alpha val="20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hu-HU" sz="1800" b="0" u="none" strike="noStrike">
                <a:solidFill>
                  <a:srgbClr val="FFFFFF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153" name="Szabadkézi sokszög 152"/>
            <p:cNvSpPr/>
            <p:nvPr/>
          </p:nvSpPr>
          <p:spPr>
            <a:xfrm>
              <a:off x="399600" y="4554360"/>
              <a:ext cx="1073160" cy="766440"/>
            </a:xfrm>
            <a:custGeom>
              <a:avLst/>
              <a:gdLst>
                <a:gd name="textAreaLeft" fmla="*/ 278280 w 1073160"/>
                <a:gd name="textAreaRight" fmla="*/ 794880 w 1073160"/>
                <a:gd name="textAreaTop" fmla="*/ 258840 h 766440"/>
                <a:gd name="textAreaBottom" fmla="*/ 507600 h 766440"/>
                <a:gd name="GluePoint1X" fmla="*/ 10800 w 21600"/>
                <a:gd name="GluePoint1Y" fmla="*/ 0 h 21600"/>
                <a:gd name="GluePoint2X" fmla="*/ 0 w 21600"/>
                <a:gd name="GluePoint2Y" fmla="*/ 10800 h 21600"/>
                <a:gd name="GluePoint3X" fmla="*/ 10800 w 21600"/>
                <a:gd name="GluePoint3Y" fmla="*/ 21600 h 21600"/>
                <a:gd name="GluePoint4X" fmla="*/ 21600 w 21600"/>
                <a:gd name="GluePoint4Y" fmla="*/ 10800 h 2160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solidFill>
              <a:srgbClr val="6C757D"/>
            </a:solidFill>
            <a:ln w="0">
              <a:solidFill>
                <a:srgbClr val="000000"/>
              </a:solidFill>
            </a:ln>
            <a:effectLst>
              <a:outerShdw dist="103350" dir="2700000" rotWithShape="0">
                <a:srgbClr val="808080">
                  <a:alpha val="20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hu-HU" sz="1800" b="0" u="none" strike="noStrike">
                <a:solidFill>
                  <a:srgbClr val="FFFFFF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154" name="Szabadkézi sokszög 153"/>
            <p:cNvSpPr/>
            <p:nvPr/>
          </p:nvSpPr>
          <p:spPr>
            <a:xfrm>
              <a:off x="-291240" y="5228280"/>
              <a:ext cx="1073160" cy="766440"/>
            </a:xfrm>
            <a:custGeom>
              <a:avLst/>
              <a:gdLst>
                <a:gd name="textAreaLeft" fmla="*/ 278280 w 1073160"/>
                <a:gd name="textAreaRight" fmla="*/ 794880 w 1073160"/>
                <a:gd name="textAreaTop" fmla="*/ 258840 h 766440"/>
                <a:gd name="textAreaBottom" fmla="*/ 507600 h 766440"/>
                <a:gd name="GluePoint1X" fmla="*/ 10800 w 21600"/>
                <a:gd name="GluePoint1Y" fmla="*/ 0 h 21600"/>
                <a:gd name="GluePoint2X" fmla="*/ 0 w 21600"/>
                <a:gd name="GluePoint2Y" fmla="*/ 10800 h 21600"/>
                <a:gd name="GluePoint3X" fmla="*/ 10800 w 21600"/>
                <a:gd name="GluePoint3Y" fmla="*/ 21600 h 21600"/>
                <a:gd name="GluePoint4X" fmla="*/ 21600 w 21600"/>
                <a:gd name="GluePoint4Y" fmla="*/ 10800 h 2160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solidFill>
              <a:srgbClr val="F8F9FA"/>
            </a:solidFill>
            <a:ln w="0">
              <a:solidFill>
                <a:srgbClr val="000000"/>
              </a:solidFill>
            </a:ln>
            <a:effectLst>
              <a:outerShdw dist="103350" dir="2700000" rotWithShape="0">
                <a:srgbClr val="808080">
                  <a:alpha val="20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hu-HU" sz="1800" b="0" u="none" strike="noStrik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155" name="Szabadkézi sokszög 154"/>
            <p:cNvSpPr/>
            <p:nvPr/>
          </p:nvSpPr>
          <p:spPr>
            <a:xfrm>
              <a:off x="1070640" y="5248080"/>
              <a:ext cx="1073160" cy="766440"/>
            </a:xfrm>
            <a:custGeom>
              <a:avLst/>
              <a:gdLst>
                <a:gd name="textAreaLeft" fmla="*/ 278280 w 1073160"/>
                <a:gd name="textAreaRight" fmla="*/ 794880 w 1073160"/>
                <a:gd name="textAreaTop" fmla="*/ 258840 h 766440"/>
                <a:gd name="textAreaBottom" fmla="*/ 507600 h 766440"/>
                <a:gd name="GluePoint1X" fmla="*/ 10800 w 21600"/>
                <a:gd name="GluePoint1Y" fmla="*/ 0 h 21600"/>
                <a:gd name="GluePoint2X" fmla="*/ 0 w 21600"/>
                <a:gd name="GluePoint2Y" fmla="*/ 10800 h 21600"/>
                <a:gd name="GluePoint3X" fmla="*/ 10800 w 21600"/>
                <a:gd name="GluePoint3Y" fmla="*/ 21600 h 21600"/>
                <a:gd name="GluePoint4X" fmla="*/ 21600 w 21600"/>
                <a:gd name="GluePoint4Y" fmla="*/ 10800 h 2160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solidFill>
              <a:srgbClr val="CED4DA"/>
            </a:solidFill>
            <a:ln w="0">
              <a:solidFill>
                <a:srgbClr val="000000"/>
              </a:solidFill>
            </a:ln>
            <a:effectLst>
              <a:outerShdw dist="103350" dir="2700000" rotWithShape="0">
                <a:srgbClr val="808080">
                  <a:alpha val="20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hu-HU" sz="1800" b="0" u="none" strike="noStrik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</p:grpSp>
      <p:sp>
        <p:nvSpPr>
          <p:cNvPr id="156" name="Szabadkézi sokszög 155"/>
          <p:cNvSpPr/>
          <p:nvPr/>
        </p:nvSpPr>
        <p:spPr>
          <a:xfrm>
            <a:off x="8538120" y="3877200"/>
            <a:ext cx="975960" cy="1371600"/>
          </a:xfrm>
          <a:custGeom>
            <a:avLst/>
            <a:gdLst/>
            <a:ahLst/>
            <a:cxnLst/>
            <a:rect l="0" t="0" r="r" b="b"/>
            <a:pathLst>
              <a:path w="2711" h="3810" fill="none">
                <a:moveTo>
                  <a:pt x="0" y="3810"/>
                </a:moveTo>
                <a:cubicBezTo>
                  <a:pt x="762" y="3048"/>
                  <a:pt x="1271" y="3556"/>
                  <a:pt x="1270" y="2795"/>
                </a:cubicBezTo>
                <a:cubicBezTo>
                  <a:pt x="1270" y="2032"/>
                  <a:pt x="3301" y="2286"/>
                  <a:pt x="2540" y="3048"/>
                </a:cubicBezTo>
                <a:cubicBezTo>
                  <a:pt x="1778" y="3810"/>
                  <a:pt x="1524" y="508"/>
                  <a:pt x="2540" y="0"/>
                </a:cubicBezTo>
              </a:path>
            </a:pathLst>
          </a:custGeom>
          <a:ln w="36720">
            <a:solidFill>
              <a:srgbClr val="666666"/>
            </a:solidFill>
            <a:custDash>
              <a:ds d="600000" sp="300000"/>
            </a:custDash>
            <a:round/>
            <a:headEnd type="oval" w="lg" len="sm"/>
            <a:tailEnd type="oval" w="lg" len="sm"/>
          </a:ln>
        </p:spPr>
        <p:txBody>
          <a:bodyPr lIns="108360" tIns="63360" rIns="108360" bIns="63360" anchor="ctr">
            <a:noAutofit/>
          </a:bodyPr>
          <a:lstStyle/>
          <a:p>
            <a:endParaRPr lang="hu-HU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157" name="Ellipszis 156"/>
          <p:cNvSpPr/>
          <p:nvPr/>
        </p:nvSpPr>
        <p:spPr>
          <a:xfrm>
            <a:off x="7372080" y="4974480"/>
            <a:ext cx="1684800" cy="1645920"/>
          </a:xfrm>
          <a:prstGeom prst="ellipse">
            <a:avLst/>
          </a:prstGeom>
          <a:solidFill>
            <a:srgbClr val="8D99AE">
              <a:alpha val="10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endParaRPr lang="hu-HU" sz="18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158" name="Ellipszis 157"/>
          <p:cNvSpPr/>
          <p:nvPr/>
        </p:nvSpPr>
        <p:spPr>
          <a:xfrm>
            <a:off x="7868160" y="-329040"/>
            <a:ext cx="2011680" cy="2011680"/>
          </a:xfrm>
          <a:prstGeom prst="ellipse">
            <a:avLst/>
          </a:prstGeom>
          <a:solidFill>
            <a:srgbClr val="8D99AE">
              <a:alpha val="10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endParaRPr lang="hu-HU" sz="18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159" name="PlaceHolder 1"/>
          <p:cNvSpPr>
            <a:spLocks noGrp="1"/>
          </p:cNvSpPr>
          <p:nvPr>
            <p:ph type="title"/>
          </p:nvPr>
        </p:nvSpPr>
        <p:spPr>
          <a:xfrm>
            <a:off x="1800000" y="468000"/>
            <a:ext cx="774000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 fontScale="85000" lnSpcReduction="9999"/>
          </a:bodyPr>
          <a:lstStyle>
            <a:lvl1pPr indent="0" algn="ctr">
              <a:buNone/>
              <a:defRPr lang="hu-HU" sz="4400" b="1" u="none" strike="noStrike">
                <a:solidFill>
                  <a:srgbClr val="FFFFFF"/>
                </a:solidFill>
                <a:effectLst/>
                <a:uFillTx/>
                <a:latin typeface="Noto Sans"/>
              </a:defRPr>
            </a:lvl1pPr>
          </a:lstStyle>
          <a:p>
            <a:pPr indent="0" algn="ctr">
              <a:buNone/>
            </a:pPr>
            <a:r>
              <a:rPr lang="hu-HU" sz="4400" b="1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Click to edit the title text format</a:t>
            </a:r>
          </a:p>
        </p:txBody>
      </p:sp>
      <p:sp>
        <p:nvSpPr>
          <p:cNvPr id="160" name="PlaceHolder 2"/>
          <p:cNvSpPr>
            <a:spLocks noGrp="1"/>
          </p:cNvSpPr>
          <p:nvPr>
            <p:ph type="body"/>
          </p:nvPr>
        </p:nvSpPr>
        <p:spPr>
          <a:xfrm>
            <a:off x="3924000" y="2160000"/>
            <a:ext cx="4572000" cy="1944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55000" lnSpcReduction="19999"/>
          </a:bodyPr>
          <a:lstStyle>
            <a:lvl1pPr algn="l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hu-HU" sz="3200" b="0" u="none" strike="noStrike">
                <a:solidFill>
                  <a:srgbClr val="FFFFFF"/>
                </a:solidFill>
                <a:effectLst/>
                <a:uFillTx/>
                <a:latin typeface="Noto Sans"/>
              </a:defRPr>
            </a:lvl1pPr>
            <a:lvl2pPr lvl="1" algn="l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hu-HU" sz="2800" b="0" u="none" strike="noStrike">
                <a:solidFill>
                  <a:srgbClr val="FFFFFF"/>
                </a:solidFill>
                <a:effectLst/>
                <a:uFillTx/>
                <a:latin typeface="Noto Sans"/>
              </a:defRPr>
            </a:lvl2pPr>
            <a:lvl3pPr lvl="2" algn="l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hu-HU" sz="2400" b="0" u="none" strike="noStrike">
                <a:solidFill>
                  <a:srgbClr val="FFFFFF"/>
                </a:solidFill>
                <a:effectLst/>
                <a:uFillTx/>
                <a:latin typeface="Noto Sans"/>
              </a:defRPr>
            </a:lvl3pPr>
            <a:lvl4pPr lvl="3" algn="l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hu-HU" sz="2000" b="0" u="none" strike="noStrike">
                <a:solidFill>
                  <a:srgbClr val="FFFFFF"/>
                </a:solidFill>
                <a:effectLst/>
                <a:uFillTx/>
                <a:latin typeface="Noto Sans"/>
              </a:defRPr>
            </a:lvl4pPr>
            <a:lvl5pPr lvl="4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hu-HU" sz="2000" b="0" u="none" strike="noStrike">
                <a:solidFill>
                  <a:srgbClr val="FFFFFF"/>
                </a:solidFill>
                <a:effectLst/>
                <a:uFillTx/>
                <a:latin typeface="Noto Sans"/>
              </a:defRPr>
            </a:lvl5pPr>
            <a:lvl6pPr lvl="5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hu-HU" sz="2000" b="0" u="none" strike="noStrike">
                <a:solidFill>
                  <a:srgbClr val="FFFFFF"/>
                </a:solidFill>
                <a:effectLst/>
                <a:uFillTx/>
                <a:latin typeface="Noto Sans"/>
              </a:defRPr>
            </a:lvl6pPr>
            <a:lvl7pPr lvl="6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hu-HU" sz="2000" b="0" u="none" strike="noStrike">
                <a:solidFill>
                  <a:srgbClr val="FFFFFF"/>
                </a:solidFill>
                <a:effectLst/>
                <a:uFillTx/>
                <a:latin typeface="Noto Sans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3200" b="0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Click to edit the outline text format</a:t>
            </a:r>
          </a:p>
          <a:p>
            <a:pPr marL="864000" lvl="1" indent="-324000" algn="l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hu-HU" sz="2800" b="0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Second Outline Level</a:t>
            </a:r>
          </a:p>
          <a:p>
            <a:pPr marL="1296000" lvl="2" indent="-288000" algn="l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400" b="0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Third Outline Level</a:t>
            </a:r>
          </a:p>
          <a:p>
            <a:pPr marL="1728000" lvl="3" indent="-216000" algn="l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hu-HU" sz="2000" b="0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Fourth Outline Level</a:t>
            </a:r>
          </a:p>
          <a:p>
            <a:pPr marL="2160000" lvl="4" indent="-216000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000" b="0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Fifth Outline Level</a:t>
            </a:r>
          </a:p>
          <a:p>
            <a:pPr marL="2592000" lvl="5" indent="-216000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000" b="0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Sixth Outline Level</a:t>
            </a:r>
          </a:p>
          <a:p>
            <a:pPr marL="3024000" lvl="6" indent="-216000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000" b="0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Seventh Outline Level</a:t>
            </a:r>
          </a:p>
        </p:txBody>
      </p:sp>
      <p:sp>
        <p:nvSpPr>
          <p:cNvPr id="161" name="PlaceHolder 3"/>
          <p:cNvSpPr>
            <a:spLocks noGrp="1"/>
          </p:cNvSpPr>
          <p:nvPr>
            <p:ph type="dt" idx="25"/>
          </p:nvPr>
        </p:nvSpPr>
        <p:spPr>
          <a:xfrm>
            <a:off x="468000" y="516600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hu-HU" sz="1400" b="0" u="none" strike="noStrike">
                <a:solidFill>
                  <a:srgbClr val="FFFFFF"/>
                </a:solidFill>
                <a:effectLst/>
                <a:uFillTx/>
                <a:latin typeface="Noto Sans"/>
              </a:defRPr>
            </a:lvl1pPr>
          </a:lstStyle>
          <a:p>
            <a:pPr indent="0" algn="l">
              <a:buNone/>
            </a:pPr>
            <a:r>
              <a:rPr lang="hu-HU" sz="1400" b="0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&lt;date/time&gt;</a:t>
            </a:r>
          </a:p>
        </p:txBody>
      </p:sp>
      <p:sp>
        <p:nvSpPr>
          <p:cNvPr id="162" name="PlaceHolder 4"/>
          <p:cNvSpPr>
            <a:spLocks noGrp="1"/>
          </p:cNvSpPr>
          <p:nvPr>
            <p:ph type="ftr" idx="26"/>
          </p:nvPr>
        </p:nvSpPr>
        <p:spPr>
          <a:xfrm>
            <a:off x="3442680" y="5166000"/>
            <a:ext cx="3195000" cy="39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ctr">
              <a:buNone/>
              <a:defRPr lang="hu-HU" sz="1400" b="0" u="none" strike="noStrike">
                <a:solidFill>
                  <a:srgbClr val="FFFFFF"/>
                </a:solidFill>
                <a:effectLst/>
                <a:uFillTx/>
                <a:latin typeface="Noto Sans"/>
              </a:defRPr>
            </a:lvl1pPr>
          </a:lstStyle>
          <a:p>
            <a:pPr indent="0" algn="ctr">
              <a:buNone/>
            </a:pPr>
            <a:r>
              <a:rPr lang="hu-HU" sz="1400" b="0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&lt;footer&gt;</a:t>
            </a:r>
          </a:p>
        </p:txBody>
      </p:sp>
      <p:sp>
        <p:nvSpPr>
          <p:cNvPr id="163" name="PlaceHolder 5"/>
          <p:cNvSpPr>
            <a:spLocks noGrp="1"/>
          </p:cNvSpPr>
          <p:nvPr>
            <p:ph type="sldNum" idx="27"/>
          </p:nvPr>
        </p:nvSpPr>
        <p:spPr>
          <a:xfrm>
            <a:off x="7227360" y="516600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hu-HU" sz="1400" b="0" u="none" strike="noStrike">
                <a:solidFill>
                  <a:srgbClr val="FFFFFF"/>
                </a:solidFill>
                <a:effectLst/>
                <a:uFillTx/>
                <a:latin typeface="Noto Sans"/>
              </a:defRPr>
            </a:lvl1pPr>
          </a:lstStyle>
          <a:p>
            <a:pPr indent="0" algn="r">
              <a:buNone/>
            </a:pPr>
            <a:fld id="{7184210B-B60A-40E2-8CE5-BEC35E047180}" type="slidenum">
              <a:rPr lang="hu-HU" sz="1400" b="0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‹#›</a:t>
            </a:fld>
            <a:endParaRPr lang="hu-HU" sz="14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Bulle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Ellipszis 163"/>
          <p:cNvSpPr/>
          <p:nvPr/>
        </p:nvSpPr>
        <p:spPr>
          <a:xfrm>
            <a:off x="8266320" y="4115520"/>
            <a:ext cx="1920240" cy="1920240"/>
          </a:xfrm>
          <a:prstGeom prst="ellipse">
            <a:avLst/>
          </a:prstGeom>
          <a:solidFill>
            <a:srgbClr val="8D99AE">
              <a:alpha val="10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endParaRPr lang="hu-HU" sz="18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165" name="Ellipszis 164"/>
          <p:cNvSpPr/>
          <p:nvPr/>
        </p:nvSpPr>
        <p:spPr>
          <a:xfrm>
            <a:off x="7717680" y="-548280"/>
            <a:ext cx="1920240" cy="1920240"/>
          </a:xfrm>
          <a:prstGeom prst="ellipse">
            <a:avLst/>
          </a:prstGeom>
          <a:solidFill>
            <a:srgbClr val="8D99AE">
              <a:alpha val="10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endParaRPr lang="hu-HU" sz="18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grpSp>
        <p:nvGrpSpPr>
          <p:cNvPr id="166" name="Csoportba foglalás 165"/>
          <p:cNvGrpSpPr/>
          <p:nvPr/>
        </p:nvGrpSpPr>
        <p:grpSpPr>
          <a:xfrm>
            <a:off x="-147240" y="69480"/>
            <a:ext cx="915480" cy="915480"/>
            <a:chOff x="-147240" y="69480"/>
            <a:chExt cx="915480" cy="915480"/>
          </a:xfrm>
        </p:grpSpPr>
        <p:sp>
          <p:nvSpPr>
            <p:cNvPr id="167" name="Ellipszis 166"/>
            <p:cNvSpPr/>
            <p:nvPr/>
          </p:nvSpPr>
          <p:spPr>
            <a:xfrm rot="5395800" flipV="1">
              <a:off x="219240" y="801000"/>
              <a:ext cx="182880" cy="182880"/>
            </a:xfrm>
            <a:prstGeom prst="ellipse">
              <a:avLst/>
            </a:prstGeom>
            <a:blipFill rotWithShape="0">
              <a:blip r:embed="rId2"/>
              <a:srcRect/>
              <a:tile tx="0" ty="0" sx="74822" sy="74822" algn="ctr"/>
            </a:blipFill>
            <a:ln w="0">
              <a:noFill/>
            </a:ln>
            <a:effectLst>
              <a:outerShdw dist="103350" dir="2700000" rotWithShape="0">
                <a:srgbClr val="808080">
                  <a:alpha val="65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endParaRPr lang="hu-HU" sz="1800" b="0" u="none" strike="noStrik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168" name="Ellipszis 167"/>
            <p:cNvSpPr/>
            <p:nvPr/>
          </p:nvSpPr>
          <p:spPr>
            <a:xfrm rot="5395800" flipV="1">
              <a:off x="218880" y="435240"/>
              <a:ext cx="182880" cy="182880"/>
            </a:xfrm>
            <a:prstGeom prst="ellipse">
              <a:avLst/>
            </a:prstGeom>
            <a:blipFill rotWithShape="0">
              <a:blip r:embed="rId2"/>
              <a:srcRect/>
              <a:tile tx="0" ty="0" sx="74822" sy="74822" algn="ctr"/>
            </a:blipFill>
            <a:ln w="0">
              <a:noFill/>
            </a:ln>
            <a:effectLst>
              <a:outerShdw dist="103350" dir="2700000" rotWithShape="0">
                <a:srgbClr val="808080">
                  <a:alpha val="65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endParaRPr lang="hu-HU" sz="1800" b="0" u="none" strike="noStrik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169" name="Ellipszis 168"/>
            <p:cNvSpPr/>
            <p:nvPr/>
          </p:nvSpPr>
          <p:spPr>
            <a:xfrm rot="5395800" flipV="1">
              <a:off x="218520" y="69840"/>
              <a:ext cx="182880" cy="182880"/>
            </a:xfrm>
            <a:prstGeom prst="ellipse">
              <a:avLst/>
            </a:prstGeom>
            <a:blipFill rotWithShape="0">
              <a:blip r:embed="rId2"/>
              <a:srcRect/>
              <a:tile tx="0" ty="0" sx="74822" sy="74822" algn="ctr"/>
            </a:blipFill>
            <a:ln w="0">
              <a:noFill/>
            </a:ln>
            <a:effectLst>
              <a:outerShdw dist="103350" dir="2700000" rotWithShape="0">
                <a:srgbClr val="808080">
                  <a:alpha val="65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endParaRPr lang="hu-HU" sz="1800" b="0" u="none" strike="noStrik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170" name="Ellipszis 169"/>
            <p:cNvSpPr/>
            <p:nvPr/>
          </p:nvSpPr>
          <p:spPr>
            <a:xfrm rot="5395800" flipV="1">
              <a:off x="584280" y="69120"/>
              <a:ext cx="182880" cy="182880"/>
            </a:xfrm>
            <a:prstGeom prst="ellipse">
              <a:avLst/>
            </a:prstGeom>
            <a:blipFill rotWithShape="0">
              <a:blip r:embed="rId2"/>
              <a:srcRect/>
              <a:tile tx="0" ty="0" sx="74822" sy="74822" algn="ctr"/>
            </a:blipFill>
            <a:ln w="0">
              <a:noFill/>
            </a:ln>
            <a:effectLst>
              <a:outerShdw dist="103350" dir="2700000" rotWithShape="0">
                <a:srgbClr val="808080">
                  <a:alpha val="65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endParaRPr lang="hu-HU" sz="1800" b="0" u="none" strike="noStrik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171" name="Ellipszis 170"/>
            <p:cNvSpPr/>
            <p:nvPr/>
          </p:nvSpPr>
          <p:spPr>
            <a:xfrm rot="5395800" flipV="1">
              <a:off x="584280" y="434880"/>
              <a:ext cx="182880" cy="182880"/>
            </a:xfrm>
            <a:prstGeom prst="ellipse">
              <a:avLst/>
            </a:prstGeom>
            <a:blipFill rotWithShape="0">
              <a:blip r:embed="rId2"/>
              <a:srcRect/>
              <a:tile tx="0" ty="0" sx="74822" sy="74822" algn="ctr"/>
            </a:blipFill>
            <a:ln w="0">
              <a:noFill/>
            </a:ln>
            <a:effectLst>
              <a:outerShdw dist="103350" dir="2700000" rotWithShape="0">
                <a:srgbClr val="808080">
                  <a:alpha val="65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endParaRPr lang="hu-HU" sz="1800" b="0" u="none" strike="noStrik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172" name="Ellipszis 171"/>
            <p:cNvSpPr/>
            <p:nvPr/>
          </p:nvSpPr>
          <p:spPr>
            <a:xfrm rot="5395800" flipV="1">
              <a:off x="585000" y="801000"/>
              <a:ext cx="182880" cy="182880"/>
            </a:xfrm>
            <a:prstGeom prst="ellipse">
              <a:avLst/>
            </a:prstGeom>
            <a:blipFill rotWithShape="0">
              <a:blip r:embed="rId2"/>
              <a:srcRect/>
              <a:tile tx="0" ty="0" sx="74822" sy="74822" algn="ctr"/>
            </a:blipFill>
            <a:ln w="0">
              <a:noFill/>
            </a:ln>
            <a:effectLst>
              <a:outerShdw dist="103350" dir="2700000" rotWithShape="0">
                <a:srgbClr val="808080">
                  <a:alpha val="65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endParaRPr lang="hu-HU" sz="1800" b="0" u="none" strike="noStrik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173" name="Ellipszis 172"/>
            <p:cNvSpPr/>
            <p:nvPr/>
          </p:nvSpPr>
          <p:spPr>
            <a:xfrm rot="5395800" flipV="1">
              <a:off x="-146160" y="801360"/>
              <a:ext cx="182880" cy="182880"/>
            </a:xfrm>
            <a:prstGeom prst="ellipse">
              <a:avLst/>
            </a:prstGeom>
            <a:blipFill rotWithShape="0">
              <a:blip r:embed="rId2"/>
              <a:srcRect/>
              <a:tile tx="0" ty="0" sx="74822" sy="74822" algn="ctr"/>
            </a:blipFill>
            <a:ln w="0">
              <a:noFill/>
            </a:ln>
            <a:effectLst>
              <a:outerShdw dist="103350" dir="2700000" rotWithShape="0">
                <a:srgbClr val="808080">
                  <a:alpha val="65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endParaRPr lang="hu-HU" sz="1800" b="0" u="none" strike="noStrik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174" name="Ellipszis 173"/>
            <p:cNvSpPr/>
            <p:nvPr/>
          </p:nvSpPr>
          <p:spPr>
            <a:xfrm rot="5395800" flipV="1">
              <a:off x="-146880" y="435960"/>
              <a:ext cx="182880" cy="182880"/>
            </a:xfrm>
            <a:prstGeom prst="ellipse">
              <a:avLst/>
            </a:prstGeom>
            <a:blipFill rotWithShape="0">
              <a:blip r:embed="rId2"/>
              <a:srcRect/>
              <a:tile tx="0" ty="0" sx="74822" sy="74822" algn="ctr"/>
            </a:blipFill>
            <a:ln w="0">
              <a:noFill/>
            </a:ln>
            <a:effectLst>
              <a:outerShdw dist="103350" dir="2700000" rotWithShape="0">
                <a:srgbClr val="808080">
                  <a:alpha val="65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endParaRPr lang="hu-HU" sz="1800" b="0" u="none" strike="noStrik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175" name="Ellipszis 174"/>
            <p:cNvSpPr/>
            <p:nvPr/>
          </p:nvSpPr>
          <p:spPr>
            <a:xfrm rot="5395800" flipV="1">
              <a:off x="-146880" y="69840"/>
              <a:ext cx="182880" cy="182880"/>
            </a:xfrm>
            <a:prstGeom prst="ellipse">
              <a:avLst/>
            </a:prstGeom>
            <a:blipFill rotWithShape="0">
              <a:blip r:embed="rId2"/>
              <a:srcRect/>
              <a:tile tx="0" ty="0" sx="74822" sy="74822" algn="ctr"/>
            </a:blipFill>
            <a:ln w="0">
              <a:noFill/>
            </a:ln>
            <a:effectLst>
              <a:outerShdw dist="103350" dir="2700000" rotWithShape="0">
                <a:srgbClr val="808080">
                  <a:alpha val="65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endParaRPr lang="hu-HU" sz="1800" b="0" u="none" strike="noStrik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</p:grpSp>
      <p:grpSp>
        <p:nvGrpSpPr>
          <p:cNvPr id="176" name="Csoportba foglalás 175"/>
          <p:cNvGrpSpPr/>
          <p:nvPr/>
        </p:nvGrpSpPr>
        <p:grpSpPr>
          <a:xfrm>
            <a:off x="9545040" y="4646160"/>
            <a:ext cx="549720" cy="915480"/>
            <a:chOff x="9545040" y="4646160"/>
            <a:chExt cx="549720" cy="915480"/>
          </a:xfrm>
        </p:grpSpPr>
        <p:sp>
          <p:nvSpPr>
            <p:cNvPr id="177" name="Ellipszis 176"/>
            <p:cNvSpPr/>
            <p:nvPr/>
          </p:nvSpPr>
          <p:spPr>
            <a:xfrm rot="5395800" flipV="1">
              <a:off x="9911520" y="5377320"/>
              <a:ext cx="182880" cy="182880"/>
            </a:xfrm>
            <a:prstGeom prst="ellipse">
              <a:avLst/>
            </a:prstGeom>
            <a:blipFill rotWithShape="0">
              <a:blip r:embed="rId2"/>
              <a:srcRect/>
              <a:tile tx="0" ty="0" sx="74822" sy="74822" algn="ctr"/>
            </a:blipFill>
            <a:ln w="0">
              <a:noFill/>
            </a:ln>
            <a:effectLst>
              <a:outerShdw dist="103350" dir="2700000" rotWithShape="0">
                <a:srgbClr val="808080">
                  <a:alpha val="65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endParaRPr lang="hu-HU" sz="1800" b="0" u="none" strike="noStrik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178" name="Ellipszis 177"/>
            <p:cNvSpPr/>
            <p:nvPr/>
          </p:nvSpPr>
          <p:spPr>
            <a:xfrm rot="5395800" flipV="1">
              <a:off x="9911160" y="5011920"/>
              <a:ext cx="182880" cy="182880"/>
            </a:xfrm>
            <a:prstGeom prst="ellipse">
              <a:avLst/>
            </a:prstGeom>
            <a:blipFill rotWithShape="0">
              <a:blip r:embed="rId2"/>
              <a:srcRect/>
              <a:tile tx="0" ty="0" sx="74822" sy="74822" algn="ctr"/>
            </a:blipFill>
            <a:ln w="0">
              <a:noFill/>
            </a:ln>
            <a:effectLst>
              <a:outerShdw dist="103350" dir="2700000" rotWithShape="0">
                <a:srgbClr val="808080">
                  <a:alpha val="65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endParaRPr lang="hu-HU" sz="1800" b="0" u="none" strike="noStrik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179" name="Ellipszis 178"/>
            <p:cNvSpPr/>
            <p:nvPr/>
          </p:nvSpPr>
          <p:spPr>
            <a:xfrm rot="5395800" flipV="1">
              <a:off x="9910440" y="4645800"/>
              <a:ext cx="182880" cy="182880"/>
            </a:xfrm>
            <a:prstGeom prst="ellipse">
              <a:avLst/>
            </a:prstGeom>
            <a:blipFill rotWithShape="0">
              <a:blip r:embed="rId2"/>
              <a:srcRect/>
              <a:tile tx="0" ty="0" sx="74822" sy="74822" algn="ctr"/>
            </a:blipFill>
            <a:ln w="0">
              <a:noFill/>
            </a:ln>
            <a:effectLst>
              <a:outerShdw dist="103350" dir="2700000" rotWithShape="0">
                <a:srgbClr val="808080">
                  <a:alpha val="65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endParaRPr lang="hu-HU" sz="1800" b="0" u="none" strike="noStrik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180" name="Ellipszis 179"/>
            <p:cNvSpPr/>
            <p:nvPr/>
          </p:nvSpPr>
          <p:spPr>
            <a:xfrm rot="5395800" flipV="1">
              <a:off x="9545400" y="5378040"/>
              <a:ext cx="182880" cy="182880"/>
            </a:xfrm>
            <a:prstGeom prst="ellipse">
              <a:avLst/>
            </a:prstGeom>
            <a:blipFill rotWithShape="0">
              <a:blip r:embed="rId2"/>
              <a:srcRect/>
              <a:tile tx="0" ty="0" sx="74822" sy="74822" algn="ctr"/>
            </a:blipFill>
            <a:ln w="0">
              <a:noFill/>
            </a:ln>
            <a:effectLst>
              <a:outerShdw dist="103350" dir="2700000" rotWithShape="0">
                <a:srgbClr val="808080">
                  <a:alpha val="65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endParaRPr lang="hu-HU" sz="1800" b="0" u="none" strike="noStrik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181" name="Ellipszis 180"/>
            <p:cNvSpPr/>
            <p:nvPr/>
          </p:nvSpPr>
          <p:spPr>
            <a:xfrm rot="5395800" flipV="1">
              <a:off x="9545400" y="5011920"/>
              <a:ext cx="182880" cy="182880"/>
            </a:xfrm>
            <a:prstGeom prst="ellipse">
              <a:avLst/>
            </a:prstGeom>
            <a:blipFill rotWithShape="0">
              <a:blip r:embed="rId2"/>
              <a:srcRect/>
              <a:tile tx="0" ty="0" sx="74822" sy="74822" algn="ctr"/>
            </a:blipFill>
            <a:ln w="0">
              <a:noFill/>
            </a:ln>
            <a:effectLst>
              <a:outerShdw dist="103350" dir="2700000" rotWithShape="0">
                <a:srgbClr val="808080">
                  <a:alpha val="65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endParaRPr lang="hu-HU" sz="1800" b="0" u="none" strike="noStrik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182" name="Ellipszis 181"/>
            <p:cNvSpPr/>
            <p:nvPr/>
          </p:nvSpPr>
          <p:spPr>
            <a:xfrm rot="5395800" flipV="1">
              <a:off x="9545040" y="4646160"/>
              <a:ext cx="182880" cy="182880"/>
            </a:xfrm>
            <a:prstGeom prst="ellipse">
              <a:avLst/>
            </a:prstGeom>
            <a:blipFill rotWithShape="0">
              <a:blip r:embed="rId2"/>
              <a:srcRect/>
              <a:tile tx="0" ty="0" sx="74822" sy="74822" algn="ctr"/>
            </a:blipFill>
            <a:ln w="0">
              <a:noFill/>
            </a:ln>
            <a:effectLst>
              <a:outerShdw dist="103350" dir="2700000" rotWithShape="0">
                <a:srgbClr val="808080">
                  <a:alpha val="65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endParaRPr lang="hu-HU" sz="1800" b="0" u="none" strike="noStrik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</p:grpSp>
      <p:sp>
        <p:nvSpPr>
          <p:cNvPr id="183" name="Ellipszis 182"/>
          <p:cNvSpPr/>
          <p:nvPr/>
        </p:nvSpPr>
        <p:spPr>
          <a:xfrm>
            <a:off x="-146160" y="3109320"/>
            <a:ext cx="1920240" cy="1920240"/>
          </a:xfrm>
          <a:prstGeom prst="ellipse">
            <a:avLst/>
          </a:prstGeom>
          <a:solidFill>
            <a:srgbClr val="8D99AE">
              <a:alpha val="10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endParaRPr lang="hu-HU" sz="18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184" name="PlaceHolder 1"/>
          <p:cNvSpPr>
            <a:spLocks noGrp="1"/>
          </p:cNvSpPr>
          <p:nvPr>
            <p:ph type="title"/>
          </p:nvPr>
        </p:nvSpPr>
        <p:spPr>
          <a:xfrm>
            <a:off x="468000" y="468000"/>
            <a:ext cx="907200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>
            <a:lvl1pPr indent="0" algn="ctr">
              <a:buNone/>
              <a:defRPr lang="hu-HU" sz="4400" b="1" u="none" strike="noStrike">
                <a:solidFill>
                  <a:srgbClr val="FFFFFF"/>
                </a:solidFill>
                <a:effectLst/>
                <a:uFillTx/>
                <a:latin typeface="Noto Sans"/>
              </a:defRPr>
            </a:lvl1pPr>
          </a:lstStyle>
          <a:p>
            <a:pPr indent="0" algn="ctr">
              <a:buNone/>
            </a:pPr>
            <a:r>
              <a:rPr lang="hu-HU" sz="4400" b="1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Click to edit the title text format</a:t>
            </a:r>
          </a:p>
        </p:txBody>
      </p:sp>
      <p:sp>
        <p:nvSpPr>
          <p:cNvPr id="185" name="PlaceHolder 2"/>
          <p:cNvSpPr>
            <a:spLocks noGrp="1"/>
          </p:cNvSpPr>
          <p:nvPr>
            <p:ph type="body"/>
          </p:nvPr>
        </p:nvSpPr>
        <p:spPr>
          <a:xfrm>
            <a:off x="468000" y="1800000"/>
            <a:ext cx="907200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hu-HU" sz="3200" b="0" u="none" strike="noStrike">
                <a:solidFill>
                  <a:srgbClr val="FFFFFF"/>
                </a:solidFill>
                <a:effectLst/>
                <a:uFillTx/>
                <a:latin typeface="Noto Sans"/>
              </a:defRPr>
            </a:lvl1pPr>
            <a:lvl2pPr lvl="1" algn="l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hu-HU" sz="2800" b="0" u="none" strike="noStrike">
                <a:solidFill>
                  <a:srgbClr val="FFFFFF"/>
                </a:solidFill>
                <a:effectLst/>
                <a:uFillTx/>
                <a:latin typeface="Noto Sans"/>
              </a:defRPr>
            </a:lvl2pPr>
            <a:lvl3pPr lvl="2" algn="l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hu-HU" sz="2400" b="0" u="none" strike="noStrike">
                <a:solidFill>
                  <a:srgbClr val="FFFFFF"/>
                </a:solidFill>
                <a:effectLst/>
                <a:uFillTx/>
                <a:latin typeface="Noto Sans"/>
              </a:defRPr>
            </a:lvl3pPr>
            <a:lvl4pPr lvl="3" algn="l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hu-HU" sz="2000" b="0" u="none" strike="noStrike">
                <a:solidFill>
                  <a:srgbClr val="FFFFFF"/>
                </a:solidFill>
                <a:effectLst/>
                <a:uFillTx/>
                <a:latin typeface="Noto Sans"/>
              </a:defRPr>
            </a:lvl4pPr>
            <a:lvl5pPr lvl="4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hu-HU" sz="2000" b="0" u="none" strike="noStrike">
                <a:solidFill>
                  <a:srgbClr val="FFFFFF"/>
                </a:solidFill>
                <a:effectLst/>
                <a:uFillTx/>
                <a:latin typeface="Noto Sans"/>
              </a:defRPr>
            </a:lvl5pPr>
            <a:lvl6pPr lvl="5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hu-HU" sz="2000" b="0" u="none" strike="noStrike">
                <a:solidFill>
                  <a:srgbClr val="FFFFFF"/>
                </a:solidFill>
                <a:effectLst/>
                <a:uFillTx/>
                <a:latin typeface="Noto Sans"/>
              </a:defRPr>
            </a:lvl6pPr>
            <a:lvl7pPr lvl="6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hu-HU" sz="2000" b="0" u="none" strike="noStrike">
                <a:solidFill>
                  <a:srgbClr val="FFFFFF"/>
                </a:solidFill>
                <a:effectLst/>
                <a:uFillTx/>
                <a:latin typeface="Noto Sans"/>
              </a:defRPr>
            </a:lvl7pPr>
          </a:lstStyle>
          <a:p>
            <a:pPr marL="324000" indent="-324000" algn="l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3200" b="0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Click to edit the outline text format</a:t>
            </a:r>
          </a:p>
          <a:p>
            <a:pPr marL="324000" lvl="1" indent="-324000" algn="l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hu-HU" sz="2800" b="0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Second Outline Level</a:t>
            </a:r>
          </a:p>
          <a:p>
            <a:pPr marL="288000" lvl="2" indent="-288000" algn="l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400" b="0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Third Outline Level</a:t>
            </a:r>
          </a:p>
          <a:p>
            <a:pPr marL="504000" lvl="3" indent="-216000" algn="l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hu-HU" sz="2000" b="0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Fourth Outline Level</a:t>
            </a:r>
          </a:p>
          <a:p>
            <a:pPr marL="720000" lvl="4" indent="-216000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000" b="0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Fifth Outline Level</a:t>
            </a:r>
          </a:p>
          <a:p>
            <a:pPr marL="936000" lvl="5" indent="-216000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000" b="0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Sixth Outline Level</a:t>
            </a:r>
          </a:p>
          <a:p>
            <a:pPr marL="1152000" lvl="6" indent="-216000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000" b="0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Seventh Outline Level</a:t>
            </a:r>
          </a:p>
        </p:txBody>
      </p:sp>
      <p:sp>
        <p:nvSpPr>
          <p:cNvPr id="186" name="PlaceHolder 3"/>
          <p:cNvSpPr>
            <a:spLocks noGrp="1"/>
          </p:cNvSpPr>
          <p:nvPr>
            <p:ph type="dt" idx="28"/>
          </p:nvPr>
        </p:nvSpPr>
        <p:spPr>
          <a:xfrm>
            <a:off x="468000" y="516600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hu-HU" sz="1400" b="0" u="none" strike="noStrike">
                <a:solidFill>
                  <a:srgbClr val="FFFFFF"/>
                </a:solidFill>
                <a:effectLst/>
                <a:uFillTx/>
                <a:latin typeface="Noto Sans"/>
              </a:defRPr>
            </a:lvl1pPr>
          </a:lstStyle>
          <a:p>
            <a:pPr indent="0" algn="l">
              <a:buNone/>
            </a:pPr>
            <a:r>
              <a:rPr lang="hu-HU" sz="1400" b="0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&lt;date/time&gt;</a:t>
            </a:r>
          </a:p>
        </p:txBody>
      </p:sp>
      <p:sp>
        <p:nvSpPr>
          <p:cNvPr id="187" name="PlaceHolder 4"/>
          <p:cNvSpPr>
            <a:spLocks noGrp="1"/>
          </p:cNvSpPr>
          <p:nvPr>
            <p:ph type="ftr" idx="29"/>
          </p:nvPr>
        </p:nvSpPr>
        <p:spPr>
          <a:xfrm>
            <a:off x="3442680" y="5166000"/>
            <a:ext cx="3195000" cy="39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ctr">
              <a:buNone/>
              <a:defRPr lang="hu-HU" sz="1400" b="0" u="none" strike="noStrike">
                <a:solidFill>
                  <a:srgbClr val="FFFFFF"/>
                </a:solidFill>
                <a:effectLst/>
                <a:uFillTx/>
                <a:latin typeface="Noto Sans"/>
              </a:defRPr>
            </a:lvl1pPr>
          </a:lstStyle>
          <a:p>
            <a:pPr indent="0" algn="ctr">
              <a:buNone/>
            </a:pPr>
            <a:r>
              <a:rPr lang="hu-HU" sz="1400" b="0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&lt;footer&gt;</a:t>
            </a:r>
          </a:p>
        </p:txBody>
      </p:sp>
      <p:sp>
        <p:nvSpPr>
          <p:cNvPr id="188" name="PlaceHolder 5"/>
          <p:cNvSpPr>
            <a:spLocks noGrp="1"/>
          </p:cNvSpPr>
          <p:nvPr>
            <p:ph type="sldNum" idx="30"/>
          </p:nvPr>
        </p:nvSpPr>
        <p:spPr>
          <a:xfrm>
            <a:off x="7227360" y="516600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hu-HU" sz="1400" b="0" u="none" strike="noStrike">
                <a:solidFill>
                  <a:srgbClr val="FFFFFF"/>
                </a:solidFill>
                <a:effectLst/>
                <a:uFillTx/>
                <a:latin typeface="Noto Sans"/>
              </a:defRPr>
            </a:lvl1pPr>
          </a:lstStyle>
          <a:p>
            <a:pPr indent="0" algn="r">
              <a:buNone/>
            </a:pPr>
            <a:fld id="{95B49BEB-159B-49D7-AE38-E3011DF48481}" type="slidenum">
              <a:rPr lang="hu-HU" sz="1400" b="0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‹#›</a:t>
            </a:fld>
            <a:endParaRPr lang="hu-HU" sz="14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Téglalap 188"/>
          <p:cNvSpPr/>
          <p:nvPr/>
        </p:nvSpPr>
        <p:spPr>
          <a:xfrm rot="18876000">
            <a:off x="8646120" y="-405720"/>
            <a:ext cx="2895480" cy="2895480"/>
          </a:xfrm>
          <a:prstGeom prst="rect">
            <a:avLst/>
          </a:prstGeom>
          <a:solidFill>
            <a:srgbClr val="CED4DA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endParaRPr lang="hu-HU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190" name="Téglalap 189"/>
          <p:cNvSpPr/>
          <p:nvPr/>
        </p:nvSpPr>
        <p:spPr>
          <a:xfrm rot="18876000">
            <a:off x="8666280" y="3983040"/>
            <a:ext cx="2895480" cy="2895480"/>
          </a:xfrm>
          <a:prstGeom prst="rect">
            <a:avLst/>
          </a:prstGeom>
          <a:solidFill>
            <a:srgbClr val="CED4DA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endParaRPr lang="hu-HU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191" name="Téglalap 190"/>
          <p:cNvSpPr/>
          <p:nvPr/>
        </p:nvSpPr>
        <p:spPr>
          <a:xfrm rot="18964800">
            <a:off x="994320" y="5915880"/>
            <a:ext cx="2588760" cy="731520"/>
          </a:xfrm>
          <a:prstGeom prst="rect">
            <a:avLst/>
          </a:prstGeom>
          <a:solidFill>
            <a:srgbClr val="8D99AE">
              <a:alpha val="10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endParaRPr lang="hu-HU" sz="18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192" name="Téglalap 191"/>
          <p:cNvSpPr/>
          <p:nvPr/>
        </p:nvSpPr>
        <p:spPr>
          <a:xfrm rot="18964800">
            <a:off x="-1296720" y="5513760"/>
            <a:ext cx="2588760" cy="731520"/>
          </a:xfrm>
          <a:prstGeom prst="rect">
            <a:avLst/>
          </a:prstGeom>
          <a:solidFill>
            <a:srgbClr val="8D99AE">
              <a:alpha val="10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endParaRPr lang="hu-HU" sz="18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193" name="Téglalap 192"/>
          <p:cNvSpPr/>
          <p:nvPr/>
        </p:nvSpPr>
        <p:spPr>
          <a:xfrm rot="18964800">
            <a:off x="3682080" y="339480"/>
            <a:ext cx="3457800" cy="922320"/>
          </a:xfrm>
          <a:prstGeom prst="rect">
            <a:avLst/>
          </a:prstGeom>
          <a:solidFill>
            <a:srgbClr val="8D99AE">
              <a:alpha val="10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endParaRPr lang="hu-HU" sz="18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194" name="Téglalap 193"/>
          <p:cNvSpPr/>
          <p:nvPr/>
        </p:nvSpPr>
        <p:spPr>
          <a:xfrm rot="18964800">
            <a:off x="1446120" y="-758520"/>
            <a:ext cx="2588760" cy="731520"/>
          </a:xfrm>
          <a:prstGeom prst="rect">
            <a:avLst/>
          </a:prstGeom>
          <a:solidFill>
            <a:srgbClr val="8D99AE">
              <a:alpha val="10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endParaRPr lang="hu-HU" sz="18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195" name="Téglalap 194"/>
          <p:cNvSpPr/>
          <p:nvPr/>
        </p:nvSpPr>
        <p:spPr>
          <a:xfrm rot="18964800">
            <a:off x="-727200" y="3295080"/>
            <a:ext cx="2588760" cy="513000"/>
          </a:xfrm>
          <a:prstGeom prst="rect">
            <a:avLst/>
          </a:prstGeom>
          <a:solidFill>
            <a:srgbClr val="8D99AE">
              <a:alpha val="10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endParaRPr lang="hu-HU" sz="18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196" name="PlaceHolder 1"/>
          <p:cNvSpPr>
            <a:spLocks noGrp="1"/>
          </p:cNvSpPr>
          <p:nvPr>
            <p:ph type="title"/>
          </p:nvPr>
        </p:nvSpPr>
        <p:spPr>
          <a:xfrm>
            <a:off x="468000" y="468000"/>
            <a:ext cx="907200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>
            <a:lvl1pPr indent="0" algn="ctr">
              <a:buNone/>
              <a:defRPr lang="hu-HU" sz="4400" b="1" u="none" strike="noStrike">
                <a:solidFill>
                  <a:srgbClr val="FFFFFF"/>
                </a:solidFill>
                <a:effectLst/>
                <a:uFillTx/>
                <a:latin typeface="Noto Sans"/>
              </a:defRPr>
            </a:lvl1pPr>
          </a:lstStyle>
          <a:p>
            <a:pPr indent="0" algn="ctr">
              <a:buNone/>
            </a:pPr>
            <a:r>
              <a:rPr lang="hu-HU" sz="4400" b="1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Click to edit the title text format</a:t>
            </a:r>
          </a:p>
        </p:txBody>
      </p:sp>
      <p:sp>
        <p:nvSpPr>
          <p:cNvPr id="197" name="PlaceHolder 2"/>
          <p:cNvSpPr>
            <a:spLocks noGrp="1"/>
          </p:cNvSpPr>
          <p:nvPr>
            <p:ph type="body"/>
          </p:nvPr>
        </p:nvSpPr>
        <p:spPr>
          <a:xfrm>
            <a:off x="468000" y="1800000"/>
            <a:ext cx="907200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hu-HU" sz="3200" b="0" u="none" strike="noStrike">
                <a:solidFill>
                  <a:srgbClr val="FFFFFF"/>
                </a:solidFill>
                <a:effectLst/>
                <a:uFillTx/>
                <a:latin typeface="Noto Sans"/>
              </a:defRPr>
            </a:lvl1pPr>
            <a:lvl2pPr lvl="1" algn="l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hu-HU" sz="2800" b="0" u="none" strike="noStrike">
                <a:solidFill>
                  <a:srgbClr val="FFFFFF"/>
                </a:solidFill>
                <a:effectLst/>
                <a:uFillTx/>
                <a:latin typeface="Noto Sans"/>
              </a:defRPr>
            </a:lvl2pPr>
            <a:lvl3pPr lvl="2" algn="l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hu-HU" sz="2400" b="0" u="none" strike="noStrike">
                <a:solidFill>
                  <a:srgbClr val="FFFFFF"/>
                </a:solidFill>
                <a:effectLst/>
                <a:uFillTx/>
                <a:latin typeface="Noto Sans"/>
              </a:defRPr>
            </a:lvl3pPr>
            <a:lvl4pPr lvl="3" algn="l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hu-HU" sz="2000" b="0" u="none" strike="noStrike">
                <a:solidFill>
                  <a:srgbClr val="FFFFFF"/>
                </a:solidFill>
                <a:effectLst/>
                <a:uFillTx/>
                <a:latin typeface="Noto Sans"/>
              </a:defRPr>
            </a:lvl4pPr>
            <a:lvl5pPr lvl="4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hu-HU" sz="2000" b="0" u="none" strike="noStrike">
                <a:solidFill>
                  <a:srgbClr val="FFFFFF"/>
                </a:solidFill>
                <a:effectLst/>
                <a:uFillTx/>
                <a:latin typeface="Noto Sans"/>
              </a:defRPr>
            </a:lvl5pPr>
            <a:lvl6pPr lvl="5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hu-HU" sz="2000" b="0" u="none" strike="noStrike">
                <a:solidFill>
                  <a:srgbClr val="FFFFFF"/>
                </a:solidFill>
                <a:effectLst/>
                <a:uFillTx/>
                <a:latin typeface="Noto Sans"/>
              </a:defRPr>
            </a:lvl6pPr>
            <a:lvl7pPr lvl="6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hu-HU" sz="2000" b="0" u="none" strike="noStrike">
                <a:solidFill>
                  <a:srgbClr val="FFFFFF"/>
                </a:solidFill>
                <a:effectLst/>
                <a:uFillTx/>
                <a:latin typeface="Noto Sans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3200" b="0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Click to edit the outline text format</a:t>
            </a:r>
          </a:p>
          <a:p>
            <a:pPr marL="864000" lvl="1" indent="-324000" algn="l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hu-HU" sz="2800" b="0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Second Outline Level</a:t>
            </a:r>
          </a:p>
          <a:p>
            <a:pPr marL="1296000" lvl="2" indent="-288000" algn="l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400" b="0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Third Outline Level</a:t>
            </a:r>
          </a:p>
          <a:p>
            <a:pPr marL="1728000" lvl="3" indent="-216000" algn="l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hu-HU" sz="2000" b="0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Fourth Outline Level</a:t>
            </a:r>
          </a:p>
          <a:p>
            <a:pPr marL="2160000" lvl="4" indent="-216000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000" b="0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Fifth Outline Level</a:t>
            </a:r>
          </a:p>
          <a:p>
            <a:pPr marL="2592000" lvl="5" indent="-216000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000" b="0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Sixth Outline Level</a:t>
            </a:r>
          </a:p>
          <a:p>
            <a:pPr marL="3024000" lvl="6" indent="-216000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000" b="0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Seventh Outline Level</a:t>
            </a:r>
          </a:p>
        </p:txBody>
      </p:sp>
      <p:sp>
        <p:nvSpPr>
          <p:cNvPr id="198" name="PlaceHolder 3"/>
          <p:cNvSpPr>
            <a:spLocks noGrp="1"/>
          </p:cNvSpPr>
          <p:nvPr>
            <p:ph type="dt" idx="31"/>
          </p:nvPr>
        </p:nvSpPr>
        <p:spPr>
          <a:xfrm>
            <a:off x="468000" y="516600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hu-HU" sz="1400" b="0" u="none" strike="noStrike">
                <a:solidFill>
                  <a:srgbClr val="FFFFFF"/>
                </a:solidFill>
                <a:effectLst/>
                <a:uFillTx/>
                <a:latin typeface="Noto Sans"/>
              </a:defRPr>
            </a:lvl1pPr>
          </a:lstStyle>
          <a:p>
            <a:pPr indent="0" algn="l">
              <a:buNone/>
            </a:pPr>
            <a:r>
              <a:rPr lang="hu-HU" sz="1400" b="0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&lt;date/time&gt;</a:t>
            </a:r>
          </a:p>
        </p:txBody>
      </p:sp>
      <p:sp>
        <p:nvSpPr>
          <p:cNvPr id="199" name="PlaceHolder 4"/>
          <p:cNvSpPr>
            <a:spLocks noGrp="1"/>
          </p:cNvSpPr>
          <p:nvPr>
            <p:ph type="ftr" idx="32"/>
          </p:nvPr>
        </p:nvSpPr>
        <p:spPr>
          <a:xfrm>
            <a:off x="3442680" y="5166000"/>
            <a:ext cx="3195000" cy="39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ctr">
              <a:buNone/>
              <a:defRPr lang="hu-HU" sz="1400" b="0" u="none" strike="noStrike">
                <a:solidFill>
                  <a:srgbClr val="FFFFFF"/>
                </a:solidFill>
                <a:effectLst/>
                <a:uFillTx/>
                <a:latin typeface="Noto Sans"/>
              </a:defRPr>
            </a:lvl1pPr>
          </a:lstStyle>
          <a:p>
            <a:pPr indent="0" algn="ctr">
              <a:buNone/>
            </a:pPr>
            <a:r>
              <a:rPr lang="hu-HU" sz="1400" b="0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&lt;footer&gt;</a:t>
            </a:r>
          </a:p>
        </p:txBody>
      </p:sp>
      <p:sp>
        <p:nvSpPr>
          <p:cNvPr id="200" name="PlaceHolder 5"/>
          <p:cNvSpPr>
            <a:spLocks noGrp="1"/>
          </p:cNvSpPr>
          <p:nvPr>
            <p:ph type="sldNum" idx="33"/>
          </p:nvPr>
        </p:nvSpPr>
        <p:spPr>
          <a:xfrm>
            <a:off x="7227360" y="516600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hu-HU" sz="1400" b="0" u="none" strike="noStrike">
                <a:solidFill>
                  <a:srgbClr val="FFFFFF"/>
                </a:solidFill>
                <a:effectLst/>
                <a:uFillTx/>
                <a:latin typeface="Noto Sans"/>
              </a:defRPr>
            </a:lvl1pPr>
          </a:lstStyle>
          <a:p>
            <a:pPr indent="0" algn="r">
              <a:buNone/>
            </a:pPr>
            <a:fld id="{862D171F-1A6E-4484-8FC9-36890783CD45}" type="slidenum">
              <a:rPr lang="hu-HU" sz="1400" b="0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‹#›</a:t>
            </a:fld>
            <a:endParaRPr lang="hu-HU" sz="14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0.xml"/><Relationship Id="rId3" Type="http://schemas.openxmlformats.org/officeDocument/2006/relationships/slideLayout" Target="../slideLayouts/slideLayout5.xml"/><Relationship Id="rId7" Type="http://schemas.openxmlformats.org/officeDocument/2006/relationships/slideLayout" Target="../slideLayouts/slideLayout9.xml"/><Relationship Id="rId2" Type="http://schemas.openxmlformats.org/officeDocument/2006/relationships/slideLayout" Target="../slideLayouts/slideLayout4.xml"/><Relationship Id="rId1" Type="http://schemas.openxmlformats.org/officeDocument/2006/relationships/slideLayout" Target="../slideLayouts/slideLayout3.xml"/><Relationship Id="rId6" Type="http://schemas.openxmlformats.org/officeDocument/2006/relationships/slideLayout" Target="../slideLayouts/slideLayout8.xml"/><Relationship Id="rId11" Type="http://schemas.openxmlformats.org/officeDocument/2006/relationships/theme" Target="../theme/theme2.xml"/><Relationship Id="rId5" Type="http://schemas.openxmlformats.org/officeDocument/2006/relationships/slideLayout" Target="../slideLayouts/slideLayout7.xml"/><Relationship Id="rId10" Type="http://schemas.openxmlformats.org/officeDocument/2006/relationships/slideLayout" Target="../slideLayouts/slideLayout12.xml"/><Relationship Id="rId4" Type="http://schemas.openxmlformats.org/officeDocument/2006/relationships/slideLayout" Target="../slideLayouts/slideLayout6.xml"/><Relationship Id="rId9" Type="http://schemas.openxmlformats.org/officeDocument/2006/relationships/slideLayout" Target="../slideLayouts/slideLayout1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Csoportba foglalás 1"/>
          <p:cNvGrpSpPr/>
          <p:nvPr/>
        </p:nvGrpSpPr>
        <p:grpSpPr>
          <a:xfrm>
            <a:off x="0" y="0"/>
            <a:ext cx="10080720" cy="4114800"/>
            <a:chOff x="0" y="0"/>
            <a:chExt cx="10080720" cy="4114800"/>
          </a:xfrm>
        </p:grpSpPr>
        <p:sp>
          <p:nvSpPr>
            <p:cNvPr id="3" name="Téglalap 2"/>
            <p:cNvSpPr/>
            <p:nvPr/>
          </p:nvSpPr>
          <p:spPr>
            <a:xfrm>
              <a:off x="0" y="0"/>
              <a:ext cx="10080720" cy="4114800"/>
            </a:xfrm>
            <a:prstGeom prst="rect">
              <a:avLst/>
            </a:prstGeom>
            <a:solidFill>
              <a:srgbClr val="E9ECE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endParaRPr lang="hu-HU" sz="1800" b="0" u="none" strike="noStrik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4" name="Téglalap 3"/>
            <p:cNvSpPr/>
            <p:nvPr/>
          </p:nvSpPr>
          <p:spPr>
            <a:xfrm>
              <a:off x="0" y="0"/>
              <a:ext cx="10080720" cy="4114800"/>
            </a:xfrm>
            <a:prstGeom prst="rect">
              <a:avLst/>
            </a:prstGeom>
            <a:solidFill>
              <a:srgbClr val="E9ECE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endParaRPr lang="hu-HU" sz="1800" b="0" u="none" strike="noStrik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5" name="Téglalap 4"/>
            <p:cNvSpPr/>
            <p:nvPr/>
          </p:nvSpPr>
          <p:spPr>
            <a:xfrm>
              <a:off x="0" y="1280160"/>
              <a:ext cx="1554480" cy="640080"/>
            </a:xfrm>
            <a:prstGeom prst="rect">
              <a:avLst/>
            </a:prstGeom>
            <a:solidFill>
              <a:srgbClr val="343A40">
                <a:alpha val="20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endParaRPr lang="hu-HU" sz="1800" b="0" u="none" strike="noStrike">
                <a:solidFill>
                  <a:srgbClr val="FFFFFF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6" name="Téglalap 5"/>
            <p:cNvSpPr/>
            <p:nvPr/>
          </p:nvSpPr>
          <p:spPr>
            <a:xfrm>
              <a:off x="914400" y="1920240"/>
              <a:ext cx="1280160" cy="1828800"/>
            </a:xfrm>
            <a:prstGeom prst="rect">
              <a:avLst/>
            </a:prstGeom>
            <a:solidFill>
              <a:srgbClr val="CED4DA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endParaRPr lang="hu-HU" sz="1800" b="0" u="none" strike="noStrik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7" name="Téglalap 6"/>
            <p:cNvSpPr/>
            <p:nvPr/>
          </p:nvSpPr>
          <p:spPr>
            <a:xfrm>
              <a:off x="2194560" y="548640"/>
              <a:ext cx="1280160" cy="1828800"/>
            </a:xfrm>
            <a:prstGeom prst="rect">
              <a:avLst/>
            </a:prstGeom>
            <a:solidFill>
              <a:srgbClr val="DEE2E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endParaRPr lang="hu-HU" sz="1800" b="0" u="none" strike="noStrik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8" name="Téglalap 7"/>
            <p:cNvSpPr/>
            <p:nvPr/>
          </p:nvSpPr>
          <p:spPr>
            <a:xfrm>
              <a:off x="3474720" y="1188720"/>
              <a:ext cx="365760" cy="365760"/>
            </a:xfrm>
            <a:prstGeom prst="rect">
              <a:avLst/>
            </a:prstGeom>
            <a:solidFill>
              <a:srgbClr val="ADB5BD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endParaRPr lang="hu-HU" sz="1800" b="0" u="none" strike="noStrik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9" name="Téglalap 8"/>
            <p:cNvSpPr/>
            <p:nvPr/>
          </p:nvSpPr>
          <p:spPr>
            <a:xfrm>
              <a:off x="4206240" y="0"/>
              <a:ext cx="1463040" cy="914400"/>
            </a:xfrm>
            <a:prstGeom prst="rect">
              <a:avLst/>
            </a:prstGeom>
            <a:solidFill>
              <a:srgbClr val="6C757D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endParaRPr lang="hu-HU" sz="1800" b="0" u="none" strike="noStrike">
                <a:solidFill>
                  <a:srgbClr val="FFFFFF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10" name="Téglalap 9"/>
            <p:cNvSpPr/>
            <p:nvPr/>
          </p:nvSpPr>
          <p:spPr>
            <a:xfrm>
              <a:off x="4663440" y="914400"/>
              <a:ext cx="1005840" cy="457200"/>
            </a:xfrm>
            <a:prstGeom prst="rect">
              <a:avLst/>
            </a:prstGeom>
            <a:solidFill>
              <a:srgbClr val="DEE2E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endParaRPr lang="hu-HU" sz="1800" b="0" u="none" strike="noStrik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11" name="Téglalap 10"/>
            <p:cNvSpPr/>
            <p:nvPr/>
          </p:nvSpPr>
          <p:spPr>
            <a:xfrm>
              <a:off x="3474720" y="1737360"/>
              <a:ext cx="3108960" cy="1005840"/>
            </a:xfrm>
            <a:prstGeom prst="rect">
              <a:avLst/>
            </a:prstGeom>
            <a:solidFill>
              <a:srgbClr val="CED4DA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endParaRPr lang="hu-HU" sz="1800" b="0" u="none" strike="noStrik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12" name="Téglalap 11"/>
            <p:cNvSpPr/>
            <p:nvPr/>
          </p:nvSpPr>
          <p:spPr>
            <a:xfrm>
              <a:off x="4114800" y="2743200"/>
              <a:ext cx="1463040" cy="1005840"/>
            </a:xfrm>
            <a:prstGeom prst="rect">
              <a:avLst/>
            </a:prstGeom>
            <a:solidFill>
              <a:srgbClr val="ADB5BD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endParaRPr lang="hu-HU" sz="1800" b="0" u="none" strike="noStrik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13" name="Téglalap 12"/>
            <p:cNvSpPr/>
            <p:nvPr/>
          </p:nvSpPr>
          <p:spPr>
            <a:xfrm>
              <a:off x="6583680" y="1463040"/>
              <a:ext cx="1554480" cy="457200"/>
            </a:xfrm>
            <a:prstGeom prst="rect">
              <a:avLst/>
            </a:prstGeom>
            <a:solidFill>
              <a:srgbClr val="B2B2B2">
                <a:alpha val="65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endParaRPr lang="hu-HU" sz="1800" b="0" u="none" strike="noStrik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14" name="Téglalap 13"/>
            <p:cNvSpPr/>
            <p:nvPr/>
          </p:nvSpPr>
          <p:spPr>
            <a:xfrm>
              <a:off x="7315200" y="1920240"/>
              <a:ext cx="1463040" cy="1645920"/>
            </a:xfrm>
            <a:prstGeom prst="rect">
              <a:avLst/>
            </a:prstGeom>
            <a:solidFill>
              <a:srgbClr val="B2B2B2">
                <a:alpha val="35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endParaRPr lang="hu-HU" sz="1800" b="0" u="none" strike="noStrik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15" name="Téglalap 14"/>
            <p:cNvSpPr/>
            <p:nvPr/>
          </p:nvSpPr>
          <p:spPr>
            <a:xfrm>
              <a:off x="2743200" y="2377440"/>
              <a:ext cx="548640" cy="822960"/>
            </a:xfrm>
            <a:prstGeom prst="rect">
              <a:avLst/>
            </a:prstGeom>
            <a:solidFill>
              <a:srgbClr val="F4F4F9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endParaRPr lang="hu-HU" sz="1800" b="0" u="none" strike="noStrik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16" name="Téglalap 15"/>
            <p:cNvSpPr/>
            <p:nvPr/>
          </p:nvSpPr>
          <p:spPr>
            <a:xfrm>
              <a:off x="8595360" y="0"/>
              <a:ext cx="1485360" cy="1463040"/>
            </a:xfrm>
            <a:prstGeom prst="rect">
              <a:avLst/>
            </a:prstGeom>
            <a:solidFill>
              <a:srgbClr val="DDDDDD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endParaRPr lang="hu-HU" sz="1800" b="0" u="none" strike="noStrik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17" name="Téglalap 16"/>
            <p:cNvSpPr/>
            <p:nvPr/>
          </p:nvSpPr>
          <p:spPr>
            <a:xfrm>
              <a:off x="6766560" y="0"/>
              <a:ext cx="274320" cy="1005840"/>
            </a:xfrm>
            <a:prstGeom prst="rect">
              <a:avLst/>
            </a:prstGeom>
            <a:solidFill>
              <a:srgbClr val="2F4550">
                <a:alpha val="50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endParaRPr lang="hu-HU" sz="1800" b="0" u="none" strike="noStrike">
                <a:solidFill>
                  <a:srgbClr val="FFFFFF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18" name="Téglalap 17"/>
            <p:cNvSpPr/>
            <p:nvPr/>
          </p:nvSpPr>
          <p:spPr>
            <a:xfrm>
              <a:off x="1554480" y="0"/>
              <a:ext cx="182880" cy="914400"/>
            </a:xfrm>
            <a:prstGeom prst="rect">
              <a:avLst/>
            </a:prstGeom>
            <a:solidFill>
              <a:srgbClr val="808080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endParaRPr lang="hu-HU" sz="1800" b="0" u="none" strike="noStrike">
                <a:solidFill>
                  <a:srgbClr val="FFFFFF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19" name="Téglalap 18"/>
            <p:cNvSpPr/>
            <p:nvPr/>
          </p:nvSpPr>
          <p:spPr>
            <a:xfrm>
              <a:off x="0" y="3017520"/>
              <a:ext cx="365760" cy="1097280"/>
            </a:xfrm>
            <a:prstGeom prst="rect">
              <a:avLst/>
            </a:prstGeom>
            <a:solidFill>
              <a:srgbClr val="F4F4F9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endParaRPr lang="hu-HU" sz="1800" b="0" u="none" strike="noStrik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20" name="Téglalap 19"/>
            <p:cNvSpPr/>
            <p:nvPr/>
          </p:nvSpPr>
          <p:spPr>
            <a:xfrm>
              <a:off x="9601200" y="2560320"/>
              <a:ext cx="365760" cy="1554480"/>
            </a:xfrm>
            <a:prstGeom prst="rect">
              <a:avLst/>
            </a:prstGeom>
            <a:solidFill>
              <a:srgbClr val="B2B2B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endParaRPr lang="hu-HU" sz="1800" b="0" u="none" strike="noStrik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21" name="Téglalap 20"/>
            <p:cNvSpPr/>
            <p:nvPr/>
          </p:nvSpPr>
          <p:spPr>
            <a:xfrm>
              <a:off x="8778240" y="1828800"/>
              <a:ext cx="365760" cy="365760"/>
            </a:xfrm>
            <a:prstGeom prst="rect">
              <a:avLst/>
            </a:prstGeom>
            <a:solidFill>
              <a:srgbClr val="ADB5BD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endParaRPr lang="hu-HU" sz="1800" b="0" u="none" strike="noStrik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</p:grpSp>
      <p:sp>
        <p:nvSpPr>
          <p:cNvPr id="22" name="Egyenes összekötő 21"/>
          <p:cNvSpPr/>
          <p:nvPr/>
        </p:nvSpPr>
        <p:spPr>
          <a:xfrm>
            <a:off x="7560000" y="4320000"/>
            <a:ext cx="0" cy="1260000"/>
          </a:xfrm>
          <a:prstGeom prst="line">
            <a:avLst/>
          </a:prstGeom>
          <a:ln w="54720">
            <a:solidFill>
              <a:srgbClr val="99999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17360" tIns="72360" rIns="117360" bIns="72360" anchor="t">
            <a:noAutofit/>
          </a:bodyPr>
          <a:lstStyle/>
          <a:p>
            <a:endParaRPr lang="hu-HU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360000" y="4114800"/>
            <a:ext cx="7020000" cy="144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 lnSpcReduction="9999"/>
          </a:bodyPr>
          <a:lstStyle>
            <a:lvl1pPr indent="0" algn="r">
              <a:buNone/>
              <a:defRPr lang="hu-HU" sz="4400" b="1" u="none" strike="noStrike">
                <a:solidFill>
                  <a:srgbClr val="FFFFFF"/>
                </a:solidFill>
                <a:effectLst/>
                <a:uFillTx/>
                <a:latin typeface="Noto Sans"/>
              </a:defRPr>
            </a:lvl1pPr>
          </a:lstStyle>
          <a:p>
            <a:pPr indent="0" algn="r">
              <a:buNone/>
            </a:pPr>
            <a:r>
              <a:rPr lang="hu-HU" sz="4400" b="1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Click to edit the title text format</a:t>
            </a: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468000" y="468000"/>
            <a:ext cx="9144000" cy="3636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hu-HU" sz="3200" b="0" u="none" strike="noStrike">
                <a:solidFill>
                  <a:srgbClr val="FFFFFF"/>
                </a:solidFill>
                <a:effectLst/>
                <a:uFillTx/>
                <a:latin typeface="Noto Sans"/>
              </a:defRPr>
            </a:lvl1pPr>
            <a:lvl2pPr lvl="1" algn="l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hu-HU" sz="2800" b="0" u="none" strike="noStrike">
                <a:solidFill>
                  <a:srgbClr val="FFFFFF"/>
                </a:solidFill>
                <a:effectLst/>
                <a:uFillTx/>
                <a:latin typeface="Noto Sans"/>
              </a:defRPr>
            </a:lvl2pPr>
            <a:lvl3pPr lvl="2" algn="l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hu-HU" sz="2400" b="0" u="none" strike="noStrike">
                <a:solidFill>
                  <a:srgbClr val="FFFFFF"/>
                </a:solidFill>
                <a:effectLst/>
                <a:uFillTx/>
                <a:latin typeface="Noto Sans"/>
              </a:defRPr>
            </a:lvl3pPr>
            <a:lvl4pPr lvl="3" algn="l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hu-HU" sz="2000" b="0" u="none" strike="noStrike">
                <a:solidFill>
                  <a:srgbClr val="FFFFFF"/>
                </a:solidFill>
                <a:effectLst/>
                <a:uFillTx/>
                <a:latin typeface="Noto Sans"/>
              </a:defRPr>
            </a:lvl4pPr>
            <a:lvl5pPr lvl="4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hu-HU" sz="2000" b="0" u="none" strike="noStrike">
                <a:solidFill>
                  <a:srgbClr val="FFFFFF"/>
                </a:solidFill>
                <a:effectLst/>
                <a:uFillTx/>
                <a:latin typeface="Noto Sans"/>
              </a:defRPr>
            </a:lvl5pPr>
            <a:lvl6pPr lvl="5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hu-HU" sz="2000" b="0" u="none" strike="noStrike">
                <a:solidFill>
                  <a:srgbClr val="FFFFFF"/>
                </a:solidFill>
                <a:effectLst/>
                <a:uFillTx/>
                <a:latin typeface="Noto Sans"/>
              </a:defRPr>
            </a:lvl6pPr>
            <a:lvl7pPr lvl="6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hu-HU" sz="2000" b="0" u="none" strike="noStrike">
                <a:solidFill>
                  <a:srgbClr val="FFFFFF"/>
                </a:solidFill>
                <a:effectLst/>
                <a:uFillTx/>
                <a:latin typeface="Noto Sans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3200" b="0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Click to edit the outline text format</a:t>
            </a:r>
          </a:p>
          <a:p>
            <a:pPr marL="864000" lvl="1" indent="-324000" algn="l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hu-HU" sz="2800" b="0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Second Outline Level</a:t>
            </a:r>
          </a:p>
          <a:p>
            <a:pPr marL="1296000" lvl="2" indent="-288000" algn="l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400" b="0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Third Outline Level</a:t>
            </a:r>
          </a:p>
          <a:p>
            <a:pPr marL="1728000" lvl="3" indent="-216000" algn="l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hu-HU" sz="2000" b="0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Fourth Outline Level</a:t>
            </a:r>
          </a:p>
          <a:p>
            <a:pPr marL="2160000" lvl="4" indent="-216000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000" b="0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Fifth Outline Level</a:t>
            </a:r>
          </a:p>
          <a:p>
            <a:pPr marL="2592000" lvl="5" indent="-216000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000" b="0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Sixth Outline Level</a:t>
            </a:r>
          </a:p>
          <a:p>
            <a:pPr marL="3024000" lvl="6" indent="-216000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000" b="0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Seventh Outline Level</a:t>
            </a:r>
          </a:p>
        </p:txBody>
      </p:sp>
      <p:sp>
        <p:nvSpPr>
          <p:cNvPr id="25" name="PlaceHolder 3"/>
          <p:cNvSpPr>
            <a:spLocks noGrp="1"/>
          </p:cNvSpPr>
          <p:nvPr>
            <p:ph type="dt" idx="1"/>
          </p:nvPr>
        </p:nvSpPr>
        <p:spPr>
          <a:xfrm>
            <a:off x="7740000" y="4860000"/>
            <a:ext cx="2052000" cy="216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buNone/>
              <a:defRPr lang="hu-HU" sz="1400" b="0" u="none" strike="noStrike">
                <a:solidFill>
                  <a:srgbClr val="FFFFFF"/>
                </a:solidFill>
                <a:effectLst/>
                <a:uFillTx/>
                <a:latin typeface="Noto Sans"/>
              </a:defRPr>
            </a:lvl1pPr>
          </a:lstStyle>
          <a:p>
            <a:pPr indent="0" algn="l">
              <a:buNone/>
            </a:pPr>
            <a:r>
              <a:rPr lang="hu-HU" sz="1400" b="0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&lt;date/time&gt;</a:t>
            </a:r>
          </a:p>
        </p:txBody>
      </p:sp>
      <p:sp>
        <p:nvSpPr>
          <p:cNvPr id="26" name="PlaceHolder 4"/>
          <p:cNvSpPr>
            <a:spLocks noGrp="1"/>
          </p:cNvSpPr>
          <p:nvPr>
            <p:ph type="ftr" idx="2"/>
          </p:nvPr>
        </p:nvSpPr>
        <p:spPr>
          <a:xfrm>
            <a:off x="7740000" y="4392000"/>
            <a:ext cx="2052000" cy="216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buNone/>
              <a:defRPr lang="hu-HU" sz="1400" b="0" u="none" strike="noStrike">
                <a:solidFill>
                  <a:srgbClr val="FFFFFF"/>
                </a:solidFill>
                <a:effectLst/>
                <a:uFillTx/>
                <a:latin typeface="Noto Sans"/>
              </a:defRPr>
            </a:lvl1pPr>
          </a:lstStyle>
          <a:p>
            <a:pPr indent="0" algn="l">
              <a:buNone/>
            </a:pPr>
            <a:r>
              <a:rPr lang="hu-HU" sz="1400" b="0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&lt;footer&gt;</a:t>
            </a:r>
          </a:p>
        </p:txBody>
      </p:sp>
      <p:sp>
        <p:nvSpPr>
          <p:cNvPr id="27" name="PlaceHolder 5"/>
          <p:cNvSpPr>
            <a:spLocks noGrp="1"/>
          </p:cNvSpPr>
          <p:nvPr>
            <p:ph type="sldNum" idx="3"/>
          </p:nvPr>
        </p:nvSpPr>
        <p:spPr>
          <a:xfrm>
            <a:off x="7740000" y="5166000"/>
            <a:ext cx="2052000" cy="216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hu-HU" sz="1400" b="0" u="none" strike="noStrike">
                <a:solidFill>
                  <a:srgbClr val="FFFFFF"/>
                </a:solidFill>
                <a:effectLst/>
                <a:uFillTx/>
                <a:latin typeface="Noto Sans"/>
              </a:defRPr>
            </a:lvl1pPr>
          </a:lstStyle>
          <a:p>
            <a:pPr indent="0" algn="r">
              <a:buNone/>
            </a:pPr>
            <a:fld id="{08E2CB41-3A94-40B0-A74D-DF55C953C20F}" type="slidenum">
              <a:rPr lang="hu-HU" sz="1400" b="0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‹#›</a:t>
            </a:fld>
            <a:endParaRPr lang="hu-HU" sz="14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2" r:id="rId1"/>
    <p:sldLayoutId id="2147483653" r:id="rId2"/>
    <p:sldLayoutId id="2147483654" r:id="rId3"/>
    <p:sldLayoutId id="2147483655" r:id="rId4"/>
    <p:sldLayoutId id="2147483656" r:id="rId5"/>
    <p:sldLayoutId id="2147483657" r:id="rId6"/>
    <p:sldLayoutId id="2147483658" r:id="rId7"/>
    <p:sldLayoutId id="2147483659" r:id="rId8"/>
    <p:sldLayoutId id="2147483660" r:id="rId9"/>
    <p:sldLayoutId id="2147483661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PlaceHolder 1"/>
          <p:cNvSpPr>
            <a:spLocks noGrp="1"/>
          </p:cNvSpPr>
          <p:nvPr>
            <p:ph type="title"/>
          </p:nvPr>
        </p:nvSpPr>
        <p:spPr>
          <a:xfrm>
            <a:off x="360000" y="4233600"/>
            <a:ext cx="7020000" cy="756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 fontScale="92500"/>
          </a:bodyPr>
          <a:lstStyle/>
          <a:p>
            <a:pPr indent="0" algn="r">
              <a:buNone/>
            </a:pPr>
            <a:r>
              <a:rPr lang="hu-HU" sz="4400" b="1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Complex Weboldal Projekt</a:t>
            </a:r>
          </a:p>
        </p:txBody>
      </p:sp>
      <p:sp>
        <p:nvSpPr>
          <p:cNvPr id="202" name="PlaceHolder 2"/>
          <p:cNvSpPr>
            <a:spLocks noGrp="1"/>
          </p:cNvSpPr>
          <p:nvPr>
            <p:ph type="subTitle"/>
          </p:nvPr>
        </p:nvSpPr>
        <p:spPr>
          <a:xfrm>
            <a:off x="360000" y="5091120"/>
            <a:ext cx="7020000" cy="36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 fontScale="92500" lnSpcReduction="19999"/>
          </a:bodyPr>
          <a:lstStyle/>
          <a:p>
            <a:pPr indent="0" algn="r">
              <a:buNone/>
            </a:pPr>
            <a:r>
              <a:rPr lang="hu-HU" sz="3200" b="0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Prell Ádám, Uglik Barnabás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fld id="{C846D29E-A9C7-4125-B70A-84984BA5DE69}" type="datetime1">
              <a:rPr lang="hu-HU"/>
              <a:t>2026. 09. 29.</a:t>
            </a:fld>
            <a:endParaRPr lang="hu-HU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:p15="http://schemas.microsoft.com/office/powerpoint/2012/main"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PlaceHolder 1"/>
          <p:cNvSpPr>
            <a:spLocks noGrp="1"/>
          </p:cNvSpPr>
          <p:nvPr>
            <p:ph type="title"/>
          </p:nvPr>
        </p:nvSpPr>
        <p:spPr>
          <a:xfrm>
            <a:off x="1260000" y="468000"/>
            <a:ext cx="828000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 algn="ctr">
              <a:buNone/>
            </a:pPr>
            <a:r>
              <a:rPr lang="hu-HU" sz="4400" b="1" u="wavyHeavy" strike="noStrike">
                <a:solidFill>
                  <a:srgbClr val="FFFFFF"/>
                </a:solidFill>
                <a:effectLst/>
                <a:uFillTx/>
                <a:latin typeface="Noto Sans"/>
              </a:rPr>
              <a:t>Téma</a:t>
            </a:r>
          </a:p>
        </p:txBody>
      </p:sp>
      <p:sp>
        <p:nvSpPr>
          <p:cNvPr id="204" name="PlaceHolder 2"/>
          <p:cNvSpPr>
            <a:spLocks noGrp="1"/>
          </p:cNvSpPr>
          <p:nvPr>
            <p:ph/>
          </p:nvPr>
        </p:nvSpPr>
        <p:spPr>
          <a:xfrm>
            <a:off x="1260000" y="1800000"/>
            <a:ext cx="828000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 algn="l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3200" b="0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A weboldal a Valve nevű játék-, egyéb szoftver- és hardverfejlesztő cégnek a alapján készült.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:p15="http://schemas.microsoft.com/office/powerpoint/2012/main"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PlaceHolder 1"/>
          <p:cNvSpPr>
            <a:spLocks noGrp="1"/>
          </p:cNvSpPr>
          <p:nvPr>
            <p:ph type="title"/>
          </p:nvPr>
        </p:nvSpPr>
        <p:spPr>
          <a:xfrm>
            <a:off x="468000" y="133560"/>
            <a:ext cx="907200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 algn="l">
              <a:buNone/>
            </a:pPr>
            <a:r>
              <a:rPr lang="hu-HU" sz="4400" b="1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Technológiák</a:t>
            </a:r>
          </a:p>
        </p:txBody>
      </p:sp>
      <p:sp>
        <p:nvSpPr>
          <p:cNvPr id="206" name="PlaceHolder 2"/>
          <p:cNvSpPr>
            <a:spLocks noGrp="1"/>
          </p:cNvSpPr>
          <p:nvPr>
            <p:ph/>
          </p:nvPr>
        </p:nvSpPr>
        <p:spPr>
          <a:xfrm>
            <a:off x="288000" y="1080000"/>
            <a:ext cx="3132000" cy="432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 algn="l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1800" b="0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HTML</a:t>
            </a:r>
          </a:p>
          <a:p>
            <a:pPr marL="864000" lvl="1" indent="-324000" algn="l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hu-HU" sz="1800" b="0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Kezdőoldal</a:t>
            </a:r>
          </a:p>
          <a:p>
            <a:pPr marL="864000" lvl="1" indent="-324000" algn="l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hu-HU" sz="1800" b="0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Kapcsolat oldal</a:t>
            </a:r>
          </a:p>
          <a:p>
            <a:pPr marL="864000" lvl="1" indent="-324000" algn="l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hu-HU" sz="1800" b="0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Admin oldal</a:t>
            </a:r>
          </a:p>
          <a:p>
            <a:pPr marL="432000" indent="-324000" algn="l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1800" b="0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CSS</a:t>
            </a:r>
          </a:p>
          <a:p>
            <a:pPr marL="864000" lvl="1" indent="-324000" algn="l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hu-HU" sz="1800" b="0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Összecsukható menük stílúsozása</a:t>
            </a:r>
          </a:p>
        </p:txBody>
      </p:sp>
      <p:sp>
        <p:nvSpPr>
          <p:cNvPr id="207" name="Szövegdoboz 206"/>
          <p:cNvSpPr txBox="1"/>
          <p:nvPr/>
        </p:nvSpPr>
        <p:spPr>
          <a:xfrm>
            <a:off x="6480000" y="900000"/>
            <a:ext cx="3420000" cy="4320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1800" b="0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JavaScript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hu-HU" sz="1800" b="0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Form validáció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hu-HU" sz="1800" b="0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Query parameterek lekérdezése</a:t>
            </a: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1800" b="0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Bootstrap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hu-HU" sz="1800" b="0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Carousel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hu-HU" sz="1800" b="0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Navbar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hu-HU" sz="1800" b="0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Összecsukható menük működése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:p15="http://schemas.microsoft.com/office/powerpoint/2012/main" xmlns="">
      <p:transition spd="slow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PlaceHolder 1"/>
          <p:cNvSpPr>
            <a:spLocks noGrp="1"/>
          </p:cNvSpPr>
          <p:nvPr>
            <p:ph type="title"/>
          </p:nvPr>
        </p:nvSpPr>
        <p:spPr>
          <a:xfrm>
            <a:off x="2880000" y="133560"/>
            <a:ext cx="702000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 algn="ctr">
              <a:buNone/>
            </a:pPr>
            <a:r>
              <a:rPr lang="hu-HU" sz="4400" b="1" u="wavyHeavy" strike="noStrike">
                <a:solidFill>
                  <a:srgbClr val="FFFFFF"/>
                </a:solidFill>
                <a:effectLst/>
                <a:uFillTx/>
                <a:latin typeface="Noto Sans"/>
              </a:rPr>
              <a:t>Navbar</a:t>
            </a:r>
          </a:p>
        </p:txBody>
      </p:sp>
      <p:pic>
        <p:nvPicPr>
          <p:cNvPr id="209" name="Kép 208"/>
          <p:cNvPicPr/>
          <p:nvPr/>
        </p:nvPicPr>
        <p:blipFill>
          <a:blip r:embed="rId2"/>
          <a:stretch/>
        </p:blipFill>
        <p:spPr>
          <a:xfrm>
            <a:off x="4681440" y="3420000"/>
            <a:ext cx="5038560" cy="2022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10" name="Kép 209"/>
          <p:cNvPicPr/>
          <p:nvPr/>
        </p:nvPicPr>
        <p:blipFill>
          <a:blip r:embed="rId2"/>
          <a:stretch/>
        </p:blipFill>
        <p:spPr>
          <a:xfrm>
            <a:off x="3335760" y="2880000"/>
            <a:ext cx="6384240" cy="2562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1" name="Szövegdoboz 210"/>
          <p:cNvSpPr txBox="1"/>
          <p:nvPr/>
        </p:nvSpPr>
        <p:spPr>
          <a:xfrm>
            <a:off x="1316520" y="1136520"/>
            <a:ext cx="7745040" cy="1645560"/>
          </a:xfrm>
          <a:prstGeom prst="rect">
            <a:avLst/>
          </a:prstGeom>
          <a:noFill/>
          <a:ln w="0">
            <a:noFill/>
          </a:ln>
        </p:spPr>
        <p:txBody>
          <a:bodyPr wrap="none" lIns="90000" tIns="45000" rIns="90000" bIns="45000" anchor="t">
            <a:spAutoFit/>
          </a:bodyPr>
          <a:lstStyle/>
          <a:p>
            <a:r>
              <a:rPr lang="hu-HU" sz="1800" b="0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Bal oldalt egy kép a logóról, és a navbar-nak ugyan olyan</a:t>
            </a:r>
          </a:p>
          <a:p>
            <a:r>
              <a:rPr lang="hu-HU" sz="1800" b="0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háttérszín van megadva, hogy beleolvadjon.</a:t>
            </a:r>
          </a:p>
          <a:p>
            <a:r>
              <a:rPr lang="hu-HU" sz="1800" b="0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Bootstrap segítségével kis képernyőkön egy menübe tömörödik össze.</a:t>
            </a:r>
          </a:p>
          <a:p>
            <a:r>
              <a:rPr lang="hu-HU" sz="1800" b="0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Az első három link a főoldali szekciókra görget, az utolsó a kapcsolat</a:t>
            </a:r>
          </a:p>
          <a:p>
            <a:r>
              <a:rPr lang="hu-HU" sz="1800" b="0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Oldalra irányít át.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:p15="http://schemas.microsoft.com/office/powerpoint/2012/main" xmlns="">
      <p:transition spd="slow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PlaceHolder 1"/>
          <p:cNvSpPr>
            <a:spLocks noGrp="1"/>
          </p:cNvSpPr>
          <p:nvPr>
            <p:ph type="title"/>
          </p:nvPr>
        </p:nvSpPr>
        <p:spPr>
          <a:xfrm>
            <a:off x="2880000" y="133560"/>
            <a:ext cx="7020000" cy="76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 fontScale="90000"/>
          </a:bodyPr>
          <a:lstStyle/>
          <a:p>
            <a:pPr indent="0" algn="l">
              <a:buNone/>
            </a:pPr>
            <a:r>
              <a:rPr lang="hu-HU" sz="4400" b="1" u="wavyHeavy" strike="noStrike">
                <a:solidFill>
                  <a:srgbClr val="FFFFFF"/>
                </a:solidFill>
                <a:effectLst/>
                <a:uFillTx/>
                <a:latin typeface="Noto Sans"/>
              </a:rPr>
              <a:t>Legördülő menük és tartalmuk</a:t>
            </a:r>
          </a:p>
        </p:txBody>
      </p:sp>
      <p:pic>
        <p:nvPicPr>
          <p:cNvPr id="213" name="Kép 212"/>
          <p:cNvPicPr/>
          <p:nvPr/>
        </p:nvPicPr>
        <p:blipFill>
          <a:blip r:embed="rId2"/>
          <a:stretch/>
        </p:blipFill>
        <p:spPr>
          <a:xfrm>
            <a:off x="4860000" y="2855880"/>
            <a:ext cx="5108040" cy="2724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14" name="Kép 213"/>
          <p:cNvPicPr/>
          <p:nvPr/>
        </p:nvPicPr>
        <p:blipFill>
          <a:blip r:embed="rId2"/>
          <a:stretch/>
        </p:blipFill>
        <p:spPr>
          <a:xfrm>
            <a:off x="4230360" y="2520000"/>
            <a:ext cx="5737680" cy="3060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5" name="Szövegdoboz 214"/>
          <p:cNvSpPr txBox="1"/>
          <p:nvPr/>
        </p:nvSpPr>
        <p:spPr>
          <a:xfrm>
            <a:off x="1260000" y="1080000"/>
            <a:ext cx="8640000" cy="1260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lstStyle/>
          <a:p>
            <a:r>
              <a:rPr lang="hu-HU" sz="1800" b="0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A menü is a Bootstrap segítségével lett létrehozva de a nyíl a jobb oldalt az tiszta css szelektorokkal és animációkkal működik. A tartalma egy flexbox bootstrap kártyákkal és flex-wrap be van kapcsolva hogy reszponzív legyen.</a:t>
            </a:r>
          </a:p>
        </p:txBody>
      </p:sp>
      <p:pic>
        <p:nvPicPr>
          <p:cNvPr id="216" name="Kép 215"/>
          <p:cNvPicPr/>
          <p:nvPr/>
        </p:nvPicPr>
        <p:blipFill>
          <a:blip r:embed="rId3"/>
          <a:stretch/>
        </p:blipFill>
        <p:spPr>
          <a:xfrm>
            <a:off x="180000" y="2528640"/>
            <a:ext cx="3899160" cy="287136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:p15="http://schemas.microsoft.com/office/powerpoint/2012/main" xmlns="">
      <p:transition spd="slow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PlaceHolder 1"/>
          <p:cNvSpPr>
            <a:spLocks noGrp="1"/>
          </p:cNvSpPr>
          <p:nvPr>
            <p:ph type="title"/>
          </p:nvPr>
        </p:nvSpPr>
        <p:spPr>
          <a:xfrm>
            <a:off x="3780000" y="108000"/>
            <a:ext cx="2880000" cy="972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 algn="l">
              <a:buNone/>
            </a:pPr>
            <a:r>
              <a:rPr lang="hu-HU" sz="4400" b="1" u="wavyHeavy" strike="noStrike">
                <a:solidFill>
                  <a:srgbClr val="FFFFFF"/>
                </a:solidFill>
                <a:effectLst/>
                <a:uFillTx/>
                <a:latin typeface="Noto Sans"/>
              </a:rPr>
              <a:t>Űrlap</a:t>
            </a:r>
          </a:p>
        </p:txBody>
      </p:sp>
      <p:pic>
        <p:nvPicPr>
          <p:cNvPr id="218" name="Kép 217"/>
          <p:cNvPicPr/>
          <p:nvPr/>
        </p:nvPicPr>
        <p:blipFill>
          <a:blip r:embed="rId2"/>
          <a:stretch/>
        </p:blipFill>
        <p:spPr>
          <a:xfrm>
            <a:off x="158400" y="108000"/>
            <a:ext cx="3441600" cy="3065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19" name="Kép 218"/>
          <p:cNvPicPr/>
          <p:nvPr/>
        </p:nvPicPr>
        <p:blipFill>
          <a:blip r:embed="rId3"/>
          <a:stretch/>
        </p:blipFill>
        <p:spPr>
          <a:xfrm>
            <a:off x="158400" y="3240000"/>
            <a:ext cx="5103360" cy="2286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0" name="Szövegdoboz 219"/>
          <p:cNvSpPr txBox="1"/>
          <p:nvPr/>
        </p:nvSpPr>
        <p:spPr>
          <a:xfrm>
            <a:off x="3780000" y="1087560"/>
            <a:ext cx="6120000" cy="19724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lstStyle/>
          <a:p>
            <a:r>
              <a:rPr lang="hu-HU" sz="1800" b="0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Javascript validáció, a névnél 2/3 szó, mindegyik</a:t>
            </a:r>
          </a:p>
          <a:p>
            <a:r>
              <a:rPr lang="hu-HU" sz="1800" b="0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nagybetűvel kezdődik és a kötőjel megengetett.</a:t>
            </a:r>
          </a:p>
          <a:p>
            <a:r>
              <a:rPr lang="hu-HU" sz="1800" b="0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Az email cím magától értetődő, de felesleges volt a manuális validáció (ott van a biztonság kedvéért) mivel a böngésző validálja helyettünk ha az input típúsa „email”.</a:t>
            </a:r>
          </a:p>
        </p:txBody>
      </p:sp>
      <p:sp>
        <p:nvSpPr>
          <p:cNvPr id="221" name="Szövegdoboz 220"/>
          <p:cNvSpPr txBox="1"/>
          <p:nvPr/>
        </p:nvSpPr>
        <p:spPr>
          <a:xfrm>
            <a:off x="5400000" y="3420000"/>
            <a:ext cx="3240000" cy="1800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hu-HU" sz="1800" b="0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A telefonszámot lehet egybeírni</a:t>
            </a:r>
          </a:p>
          <a:p>
            <a:pPr>
              <a:lnSpc>
                <a:spcPct val="100000"/>
              </a:lnSpc>
            </a:pPr>
            <a:r>
              <a:rPr lang="hu-HU" sz="1800" b="0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vagy tagolni 2-2-3-4 számjegyre. A plusz az elején viszont kötelező.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:p15="http://schemas.microsoft.com/office/powerpoint/2012/main" xmlns="">
      <p:transition spd="slow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PlaceHolder 1"/>
          <p:cNvSpPr>
            <a:spLocks noGrp="1"/>
          </p:cNvSpPr>
          <p:nvPr>
            <p:ph type="title"/>
          </p:nvPr>
        </p:nvSpPr>
        <p:spPr>
          <a:xfrm>
            <a:off x="3780000" y="108000"/>
            <a:ext cx="5580000" cy="972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 algn="l">
              <a:buNone/>
            </a:pPr>
            <a:r>
              <a:rPr lang="hu-HU" sz="4400" b="1" u="wavyHeavy" strike="noStrike">
                <a:solidFill>
                  <a:srgbClr val="FFFFFF"/>
                </a:solidFill>
                <a:effectLst/>
                <a:uFillTx/>
                <a:latin typeface="Noto Sans"/>
              </a:rPr>
              <a:t>Űrlap eredméynek</a:t>
            </a:r>
          </a:p>
        </p:txBody>
      </p:sp>
      <p:sp>
        <p:nvSpPr>
          <p:cNvPr id="223" name="Szövegdoboz 222"/>
          <p:cNvSpPr txBox="1"/>
          <p:nvPr/>
        </p:nvSpPr>
        <p:spPr>
          <a:xfrm>
            <a:off x="3060000" y="1260000"/>
            <a:ext cx="6840000" cy="2160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lstStyle/>
          <a:p>
            <a:r>
              <a:rPr lang="hu-HU" sz="1600" b="0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Egy css grid elrendezéssel lett megoldva table helyett, de emiatt egy apró css trükköt kellett bevetni a belső szegélyek helyes megjelenése érdekében.</a:t>
            </a:r>
          </a:p>
          <a:p>
            <a:pPr marL="216000" indent="-216000"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1600" b="0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Minden páratlan sorszámú cellának nincs jobb szegélye</a:t>
            </a:r>
          </a:p>
          <a:p>
            <a:pPr marL="216000" indent="-216000"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1600" b="0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Minden cellának ami nem az utolsó kettő, nincs alsó szegélye</a:t>
            </a:r>
          </a:p>
        </p:txBody>
      </p:sp>
      <p:pic>
        <p:nvPicPr>
          <p:cNvPr id="224" name="Kép 223"/>
          <p:cNvPicPr/>
          <p:nvPr/>
        </p:nvPicPr>
        <p:blipFill>
          <a:blip r:embed="rId2"/>
          <a:stretch/>
        </p:blipFill>
        <p:spPr>
          <a:xfrm>
            <a:off x="92160" y="3463920"/>
            <a:ext cx="4047840" cy="2122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25" name="Kép 224"/>
          <p:cNvPicPr/>
          <p:nvPr/>
        </p:nvPicPr>
        <p:blipFill>
          <a:blip r:embed="rId3"/>
          <a:stretch/>
        </p:blipFill>
        <p:spPr>
          <a:xfrm>
            <a:off x="72000" y="1584720"/>
            <a:ext cx="2700000" cy="1835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26" name="Kép 225"/>
          <p:cNvPicPr/>
          <p:nvPr/>
        </p:nvPicPr>
        <p:blipFill>
          <a:blip r:embed="rId4"/>
          <a:stretch/>
        </p:blipFill>
        <p:spPr>
          <a:xfrm>
            <a:off x="4255200" y="3522960"/>
            <a:ext cx="3304800" cy="205704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:p15="http://schemas.microsoft.com/office/powerpoint/2012/main" xmlns="">
      <p:transition spd="slow"/>
    </mc:Fallback>
  </mc:AlternateContent>
</p:sld>
</file>

<file path=ppt/theme/theme1.xml><?xml version="1.0" encoding="utf-8"?>
<a:theme xmlns:a="http://schemas.openxmlformats.org/drawingml/2006/main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20</TotalTime>
  <Words>244</Words>
  <Application>Microsoft Office PowerPoint</Application>
  <PresentationFormat>Egyéni</PresentationFormat>
  <Paragraphs>37</Paragraphs>
  <Slides>7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5</vt:i4>
      </vt:variant>
      <vt:variant>
        <vt:lpstr>Téma</vt:lpstr>
      </vt:variant>
      <vt:variant>
        <vt:i4>2</vt:i4>
      </vt:variant>
      <vt:variant>
        <vt:lpstr>Diacímek</vt:lpstr>
      </vt:variant>
      <vt:variant>
        <vt:i4>7</vt:i4>
      </vt:variant>
    </vt:vector>
  </HeadingPairs>
  <TitlesOfParts>
    <vt:vector size="14" baseType="lpstr">
      <vt:lpstr>Arial</vt:lpstr>
      <vt:lpstr>DejaVu Sans</vt:lpstr>
      <vt:lpstr>Noto Sans</vt:lpstr>
      <vt:lpstr>Symbol</vt:lpstr>
      <vt:lpstr>Wingdings</vt:lpstr>
      <vt:lpstr>Office</vt:lpstr>
      <vt:lpstr>Office</vt:lpstr>
      <vt:lpstr>Complex Weboldal Projekt</vt:lpstr>
      <vt:lpstr>Téma</vt:lpstr>
      <vt:lpstr>Technológiák</vt:lpstr>
      <vt:lpstr>Navbar</vt:lpstr>
      <vt:lpstr>Legördülő menük és tartalmuk</vt:lpstr>
      <vt:lpstr>Űrlap</vt:lpstr>
      <vt:lpstr>Űrlap eredméynek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Grey Elegant</dc:title>
  <dc:subject/>
  <dc:creator>Valaki</dc:creator>
  <dc:description>Grey Elegant - LibreOffice Impress Template
                    by Ahmad Bayhaqi Saputra
This template is made as an answer to Indonesian LibreOffice Community and
Gimpscape ID's call-to-arms to contribute to the 10th anniversary of
LibreOffice celebration.
Content Material :
- icons,
  This template used icons from https://material.io and https://icons8.com/icons
- illustrations,
  This template used illustrations sourced at https://icons8.com/illustrations
- Photos,
  This template used photos sourced at https://unsplash.com
Credits:
This work is licensed under the Creative Commons Attribution-ShareAlike 4.0
International License by Ahmad Bayhaqi Saputra &lt;bayhaqisptr04@gmail.com&gt;.
To view a copy of this license, visit https://creativecommons.org/licenses/by-sa/4.0/legalcode
or send a letter to Creative Commons, PO Box 1866, Mountain View, CA 94042, USA.
Illustrations by Pixeltrue https://icons8.com/illustrations/author/5ec7b0e101d0360016f3d1b3 on icon8 (master slide "Table of content")
Photo by Dave Hoefler https://unsplash.com/fr/@iamthedave on Unsplash https://unsplash.com/fr/licence (slide 9)</dc:description>
  <cp:lastModifiedBy>Ádám</cp:lastModifiedBy>
  <cp:revision>4</cp:revision>
  <dcterms:created xsi:type="dcterms:W3CDTF">2026-09-29T20:12:36Z</dcterms:created>
  <dcterms:modified xsi:type="dcterms:W3CDTF">2026-09-29T19:16:00Z</dcterms:modified>
  <dc:language>hu-HU</dc:language>
</cp:coreProperties>
</file>