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media/image3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2.png"/><Relationship Id="rId11" Type="http://schemas.openxmlformats.org/officeDocument/2006/relationships/image" Target="../media/image3.sv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4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Grey-Eleg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8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hu-HU" sz="4400" b="1" u="wavyHeavy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1260000" y="1800000"/>
            <a:ext cx="828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hu-HU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96FBE4-9828-4F58-A237-6B0C84EA5F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Grey-Eleg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8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hu-HU" sz="4400" b="1" u="wavyHeavy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1260000" y="1800000"/>
            <a:ext cx="828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hu-HU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0E50FA-9170-43B6-8891-24078B0411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"/>
          <p:cNvGrpSpPr/>
          <p:nvPr/>
        </p:nvGrpSpPr>
        <p:grpSpPr>
          <a:xfrm>
            <a:off x="8540280" y="5065920"/>
            <a:ext cx="1280160" cy="548640"/>
            <a:chOff x="8540280" y="5065920"/>
            <a:chExt cx="1280160" cy="548640"/>
          </a:xfrm>
        </p:grpSpPr>
        <p:sp>
          <p:nvSpPr>
            <p:cNvPr id="33" name=""/>
            <p:cNvSpPr/>
            <p:nvPr/>
          </p:nvSpPr>
          <p:spPr>
            <a:xfrm flipV="1" rot="21598800">
              <a:off x="9637560" y="5431680"/>
              <a:ext cx="182880" cy="182880"/>
            </a:xfrm>
            <a:prstGeom prst="ellipse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" name=""/>
            <p:cNvSpPr/>
            <p:nvPr/>
          </p:nvSpPr>
          <p:spPr>
            <a:xfrm flipV="1" rot="21598800">
              <a:off x="9271800" y="5431680"/>
              <a:ext cx="182880" cy="182880"/>
            </a:xfrm>
            <a:prstGeom prst="ellipse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" name=""/>
            <p:cNvSpPr/>
            <p:nvPr/>
          </p:nvSpPr>
          <p:spPr>
            <a:xfrm flipV="1" rot="21598800">
              <a:off x="8906400" y="5431680"/>
              <a:ext cx="182880" cy="182880"/>
            </a:xfrm>
            <a:prstGeom prst="ellipse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6" name=""/>
            <p:cNvSpPr/>
            <p:nvPr/>
          </p:nvSpPr>
          <p:spPr>
            <a:xfrm flipV="1" rot="21598800">
              <a:off x="8540280" y="5431680"/>
              <a:ext cx="182880" cy="182880"/>
            </a:xfrm>
            <a:prstGeom prst="ellipse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" name=""/>
            <p:cNvSpPr/>
            <p:nvPr/>
          </p:nvSpPr>
          <p:spPr>
            <a:xfrm flipV="1" rot="21598800">
              <a:off x="8540280" y="5065920"/>
              <a:ext cx="182880" cy="182880"/>
            </a:xfrm>
            <a:prstGeom prst="ellipse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" name=""/>
            <p:cNvSpPr/>
            <p:nvPr/>
          </p:nvSpPr>
          <p:spPr>
            <a:xfrm flipV="1" rot="21598800">
              <a:off x="8906400" y="5065920"/>
              <a:ext cx="182880" cy="182880"/>
            </a:xfrm>
            <a:prstGeom prst="ellipse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9" name=""/>
            <p:cNvSpPr/>
            <p:nvPr/>
          </p:nvSpPr>
          <p:spPr>
            <a:xfrm flipV="1" rot="21598800">
              <a:off x="9271800" y="5066280"/>
              <a:ext cx="182880" cy="182880"/>
            </a:xfrm>
            <a:prstGeom prst="ellipse">
              <a:avLst/>
            </a:prstGeom>
            <a:blipFill rotWithShape="0">
              <a:blip r:embed="rId8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0" name=""/>
            <p:cNvSpPr/>
            <p:nvPr/>
          </p:nvSpPr>
          <p:spPr>
            <a:xfrm flipV="1" rot="21598800">
              <a:off x="9637560" y="5065920"/>
              <a:ext cx="182880" cy="182880"/>
            </a:xfrm>
            <a:prstGeom prst="ellipse">
              <a:avLst/>
            </a:prstGeom>
            <a:blipFill rotWithShape="0">
              <a:blip r:embed="rId9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41" name=""/>
          <p:cNvSpPr/>
          <p:nvPr/>
        </p:nvSpPr>
        <p:spPr>
          <a:xfrm>
            <a:off x="1499760" y="1774080"/>
            <a:ext cx="2926080" cy="292608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2" name=""/>
          <p:cNvSpPr/>
          <p:nvPr/>
        </p:nvSpPr>
        <p:spPr>
          <a:xfrm>
            <a:off x="1225080" y="1134360"/>
            <a:ext cx="1189080" cy="118836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3" name=""/>
          <p:cNvSpPr/>
          <p:nvPr/>
        </p:nvSpPr>
        <p:spPr>
          <a:xfrm>
            <a:off x="3420000" y="4242960"/>
            <a:ext cx="640080" cy="64008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44" name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4349520" y="792360"/>
            <a:ext cx="5526000" cy="414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hu-HU" sz="44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hu-HU" sz="44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lang="hu-HU" sz="4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61632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8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hu-HU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hu-H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4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5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6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F2D84E96-9B4D-4C03-AFEB-3237F8F6901E}" type="slidenum"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"/>
          <p:cNvGrpSpPr/>
          <p:nvPr/>
        </p:nvGrpSpPr>
        <p:grpSpPr>
          <a:xfrm>
            <a:off x="7406640" y="3566160"/>
            <a:ext cx="2377440" cy="4297680"/>
            <a:chOff x="7406640" y="3566160"/>
            <a:chExt cx="2377440" cy="4297680"/>
          </a:xfrm>
        </p:grpSpPr>
        <p:sp>
          <p:nvSpPr>
            <p:cNvPr id="51" name=""/>
            <p:cNvSpPr/>
            <p:nvPr/>
          </p:nvSpPr>
          <p:spPr>
            <a:xfrm>
              <a:off x="8138160" y="4754880"/>
              <a:ext cx="457200" cy="2560320"/>
            </a:xfrm>
            <a:prstGeom prst="rect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8961120" y="3566160"/>
              <a:ext cx="457200" cy="2560320"/>
            </a:xfrm>
            <a:prstGeom prst="rect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7406640" y="5303520"/>
              <a:ext cx="457200" cy="2560320"/>
            </a:xfrm>
            <a:prstGeom prst="rect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8503920" y="5120640"/>
              <a:ext cx="128016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8321040" y="530352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8869680" y="548640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57" name=""/>
          <p:cNvGrpSpPr/>
          <p:nvPr/>
        </p:nvGrpSpPr>
        <p:grpSpPr>
          <a:xfrm>
            <a:off x="274320" y="-2103120"/>
            <a:ext cx="5943600" cy="7406640"/>
            <a:chOff x="274320" y="-2103120"/>
            <a:chExt cx="5943600" cy="7406640"/>
          </a:xfrm>
        </p:grpSpPr>
        <p:sp>
          <p:nvSpPr>
            <p:cNvPr id="58" name=""/>
            <p:cNvSpPr/>
            <p:nvPr/>
          </p:nvSpPr>
          <p:spPr>
            <a:xfrm>
              <a:off x="1463040" y="-1554480"/>
              <a:ext cx="457200" cy="2560320"/>
            </a:xfrm>
            <a:prstGeom prst="rect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640080" y="-365760"/>
              <a:ext cx="457200" cy="2560320"/>
            </a:xfrm>
            <a:prstGeom prst="rect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2194560" y="-2103120"/>
              <a:ext cx="457200" cy="2560320"/>
            </a:xfrm>
            <a:prstGeom prst="rect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274320" y="18288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822960" y="36576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274320" y="548640"/>
              <a:ext cx="128016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3474720" y="2560320"/>
              <a:ext cx="2743200" cy="2743200"/>
            </a:xfrm>
            <a:prstGeom prst="ellipse">
              <a:avLst/>
            </a:prstGeom>
            <a:solidFill>
              <a:srgbClr val="8D99AE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914400" y="2835000"/>
              <a:ext cx="91440" cy="16459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8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9999"/>
          </a:bodyPr>
          <a:lstStyle>
            <a:lvl1pPr indent="0" algn="ctr">
              <a:buNone/>
              <a:defRPr lang="hu-HU" sz="4400" b="1" u="wavyHeavy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hu-HU" sz="4400" b="1" u="wavyHeavy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lang="hu-HU" sz="4400" b="1" u="wavyHeavy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1260000" y="1800000"/>
            <a:ext cx="828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8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hu-HU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hu-H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10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ftr" idx="11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76B88007-B604-4D5F-B1B0-DF9F7C512B9F}" type="slidenum"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"/>
          <p:cNvGrpSpPr/>
          <p:nvPr/>
        </p:nvGrpSpPr>
        <p:grpSpPr>
          <a:xfrm>
            <a:off x="7406640" y="3566160"/>
            <a:ext cx="2377440" cy="4297680"/>
            <a:chOff x="7406640" y="3566160"/>
            <a:chExt cx="2377440" cy="4297680"/>
          </a:xfrm>
        </p:grpSpPr>
        <p:sp>
          <p:nvSpPr>
            <p:cNvPr id="51" name=""/>
            <p:cNvSpPr/>
            <p:nvPr/>
          </p:nvSpPr>
          <p:spPr>
            <a:xfrm>
              <a:off x="8138160" y="4754880"/>
              <a:ext cx="457200" cy="2560320"/>
            </a:xfrm>
            <a:prstGeom prst="rect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8961120" y="3566160"/>
              <a:ext cx="457200" cy="2560320"/>
            </a:xfrm>
            <a:prstGeom prst="rect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7406640" y="5303520"/>
              <a:ext cx="457200" cy="2560320"/>
            </a:xfrm>
            <a:prstGeom prst="rect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8503920" y="5120640"/>
              <a:ext cx="128016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8321040" y="530352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8869680" y="548640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57" name=""/>
          <p:cNvGrpSpPr/>
          <p:nvPr/>
        </p:nvGrpSpPr>
        <p:grpSpPr>
          <a:xfrm>
            <a:off x="274320" y="-2103120"/>
            <a:ext cx="5943600" cy="7406640"/>
            <a:chOff x="274320" y="-2103120"/>
            <a:chExt cx="5943600" cy="7406640"/>
          </a:xfrm>
        </p:grpSpPr>
        <p:sp>
          <p:nvSpPr>
            <p:cNvPr id="58" name=""/>
            <p:cNvSpPr/>
            <p:nvPr/>
          </p:nvSpPr>
          <p:spPr>
            <a:xfrm>
              <a:off x="1463040" y="-1554480"/>
              <a:ext cx="457200" cy="2560320"/>
            </a:xfrm>
            <a:prstGeom prst="rect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640080" y="-365760"/>
              <a:ext cx="457200" cy="2560320"/>
            </a:xfrm>
            <a:prstGeom prst="rect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2194560" y="-2103120"/>
              <a:ext cx="457200" cy="2560320"/>
            </a:xfrm>
            <a:prstGeom prst="rect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274320" y="18288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822960" y="36576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274320" y="548640"/>
              <a:ext cx="128016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3474720" y="2560320"/>
              <a:ext cx="2743200" cy="2743200"/>
            </a:xfrm>
            <a:prstGeom prst="ellipse">
              <a:avLst/>
            </a:prstGeom>
            <a:solidFill>
              <a:srgbClr val="8D99AE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914400" y="2835000"/>
              <a:ext cx="91440" cy="16459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8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9999"/>
          </a:bodyPr>
          <a:lstStyle>
            <a:lvl1pPr indent="0" algn="ctr">
              <a:buNone/>
              <a:defRPr lang="hu-HU" sz="4400" b="1" u="wavyHeavy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hu-HU" sz="4400" b="1" u="wavyHeavy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lang="hu-HU" sz="4400" b="1" u="wavyHeavy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1260000" y="1800000"/>
            <a:ext cx="828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8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hu-HU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hu-H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7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ftr" idx="8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sldNum" idx="9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A842A934-2A5A-4D96-9035-B13471805104}" type="slidenum"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822960" y="24688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9" name=""/>
          <p:cNvSpPr/>
          <p:nvPr/>
        </p:nvSpPr>
        <p:spPr>
          <a:xfrm>
            <a:off x="4480560" y="15544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0" name=""/>
          <p:cNvSpPr/>
          <p:nvPr/>
        </p:nvSpPr>
        <p:spPr>
          <a:xfrm>
            <a:off x="6583680" y="310896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1" name=""/>
          <p:cNvSpPr/>
          <p:nvPr/>
        </p:nvSpPr>
        <p:spPr>
          <a:xfrm>
            <a:off x="1554480" y="4114800"/>
            <a:ext cx="914400" cy="657360"/>
          </a:xfrm>
          <a:custGeom>
            <a:avLst/>
            <a:gdLst/>
            <a:ahLst/>
            <a:rect l="0" t="0" r="r" b="b"/>
            <a:pathLst>
              <a:path fill="none" w="2540" h="1826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tIns="63360" rIns="108360" bIns="63360" anchor="ctr">
            <a:noAutofit/>
          </a:bodyPr>
          <a:p>
            <a:pPr/>
            <a:endParaRPr lang="hu-H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2" name=""/>
          <p:cNvSpPr/>
          <p:nvPr/>
        </p:nvSpPr>
        <p:spPr>
          <a:xfrm>
            <a:off x="3657600" y="1188720"/>
            <a:ext cx="822960" cy="640080"/>
          </a:xfrm>
          <a:custGeom>
            <a:avLst/>
            <a:gdLst/>
            <a:ahLst/>
            <a:rect l="0" t="0" r="r" b="b"/>
            <a:pathLst>
              <a:path fill="none" w="2286" h="1778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tIns="63360" rIns="108360" bIns="63360" anchor="ctr">
            <a:noAutofit/>
          </a:bodyPr>
          <a:p>
            <a:pPr/>
            <a:endParaRPr lang="hu-H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3" name=""/>
          <p:cNvSpPr/>
          <p:nvPr/>
        </p:nvSpPr>
        <p:spPr>
          <a:xfrm>
            <a:off x="7955280" y="2011680"/>
            <a:ext cx="1464120" cy="1188720"/>
          </a:xfrm>
          <a:custGeom>
            <a:avLst/>
            <a:gdLst/>
            <a:ahLst/>
            <a:rect l="0" t="0" r="r" b="b"/>
            <a:pathLst>
              <a:path fill="none" w="4067" h="3302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tIns="63360" rIns="108360" bIns="63360" anchor="ctr">
            <a:noAutofit/>
          </a:bodyPr>
          <a:p>
            <a:pPr/>
            <a:endParaRPr lang="hu-H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4" name=""/>
          <p:cNvSpPr/>
          <p:nvPr/>
        </p:nvSpPr>
        <p:spPr>
          <a:xfrm>
            <a:off x="2468880" y="822960"/>
            <a:ext cx="1410480" cy="13716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5" name=""/>
          <p:cNvSpPr/>
          <p:nvPr/>
        </p:nvSpPr>
        <p:spPr>
          <a:xfrm>
            <a:off x="3931920" y="466344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6" name=""/>
          <p:cNvSpPr/>
          <p:nvPr/>
        </p:nvSpPr>
        <p:spPr>
          <a:xfrm>
            <a:off x="8412480" y="1280160"/>
            <a:ext cx="1097280" cy="1005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hu-HU" sz="44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hu-HU" sz="44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lang="hu-HU" sz="4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8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hu-HU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hu-H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dt" idx="13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ftr" idx="14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sldNum" idx="15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1E17BF2A-8DEE-4879-BB2D-6F1FEFB5415D}" type="slidenum"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>
            <a:off x="2103480" y="36583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3" name=""/>
          <p:cNvSpPr/>
          <p:nvPr/>
        </p:nvSpPr>
        <p:spPr>
          <a:xfrm>
            <a:off x="823320" y="-27324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4" name=""/>
          <p:cNvSpPr/>
          <p:nvPr/>
        </p:nvSpPr>
        <p:spPr>
          <a:xfrm>
            <a:off x="7955640" y="310968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5" name=""/>
          <p:cNvSpPr/>
          <p:nvPr/>
        </p:nvSpPr>
        <p:spPr>
          <a:xfrm>
            <a:off x="9601560" y="9151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96" name=""/>
          <p:cNvGrpSpPr/>
          <p:nvPr/>
        </p:nvGrpSpPr>
        <p:grpSpPr>
          <a:xfrm>
            <a:off x="3836880" y="1151280"/>
            <a:ext cx="2339640" cy="4334400"/>
            <a:chOff x="3836880" y="1151280"/>
            <a:chExt cx="2339640" cy="4334400"/>
          </a:xfrm>
        </p:grpSpPr>
        <p:sp>
          <p:nvSpPr>
            <p:cNvPr id="97" name=""/>
            <p:cNvSpPr/>
            <p:nvPr/>
          </p:nvSpPr>
          <p:spPr>
            <a:xfrm flipH="1" flipV="1" rot="5400000">
              <a:off x="3882600" y="1368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8" name=""/>
            <p:cNvSpPr/>
            <p:nvPr/>
          </p:nvSpPr>
          <p:spPr>
            <a:xfrm flipH="1" flipV="1" rot="5400000">
              <a:off x="4759200" y="11055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/>
              <a:endPara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9" name=""/>
            <p:cNvSpPr/>
            <p:nvPr/>
          </p:nvSpPr>
          <p:spPr>
            <a:xfrm flipH="1" flipV="1" rot="5400000">
              <a:off x="3882600" y="271872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0" name=""/>
            <p:cNvSpPr/>
            <p:nvPr/>
          </p:nvSpPr>
          <p:spPr>
            <a:xfrm flipH="1" flipV="1" rot="5400000">
              <a:off x="4759200" y="245664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1" name=""/>
            <p:cNvSpPr/>
            <p:nvPr/>
          </p:nvSpPr>
          <p:spPr>
            <a:xfrm flipH="1" flipV="1" rot="5400000">
              <a:off x="3882600" y="40683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2" name=""/>
            <p:cNvSpPr/>
            <p:nvPr/>
          </p:nvSpPr>
          <p:spPr>
            <a:xfrm flipH="1" flipV="1" rot="5400000">
              <a:off x="4759200" y="3807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hu-HU" sz="44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hu-HU" sz="44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lang="hu-HU" sz="4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8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hu-HU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hu-H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dt" idx="16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ftr" idx="17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sldNum" idx="18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416CE205-E004-4513-A8AB-0C5F01FBD643}" type="slidenum"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>
            <a:off x="2103480" y="36583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3" name=""/>
          <p:cNvSpPr/>
          <p:nvPr/>
        </p:nvSpPr>
        <p:spPr>
          <a:xfrm>
            <a:off x="823320" y="-27324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4" name=""/>
          <p:cNvSpPr/>
          <p:nvPr/>
        </p:nvSpPr>
        <p:spPr>
          <a:xfrm>
            <a:off x="7955640" y="310968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5" name=""/>
          <p:cNvSpPr/>
          <p:nvPr/>
        </p:nvSpPr>
        <p:spPr>
          <a:xfrm>
            <a:off x="9601560" y="9151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96" name=""/>
          <p:cNvGrpSpPr/>
          <p:nvPr/>
        </p:nvGrpSpPr>
        <p:grpSpPr>
          <a:xfrm>
            <a:off x="3836880" y="1151280"/>
            <a:ext cx="2339640" cy="4334400"/>
            <a:chOff x="3836880" y="1151280"/>
            <a:chExt cx="2339640" cy="4334400"/>
          </a:xfrm>
        </p:grpSpPr>
        <p:sp>
          <p:nvSpPr>
            <p:cNvPr id="97" name=""/>
            <p:cNvSpPr/>
            <p:nvPr/>
          </p:nvSpPr>
          <p:spPr>
            <a:xfrm flipH="1" flipV="1" rot="5400000">
              <a:off x="3882600" y="1368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8" name=""/>
            <p:cNvSpPr/>
            <p:nvPr/>
          </p:nvSpPr>
          <p:spPr>
            <a:xfrm flipH="1" flipV="1" rot="5400000">
              <a:off x="4759200" y="11055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/>
              <a:endPara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9" name=""/>
            <p:cNvSpPr/>
            <p:nvPr/>
          </p:nvSpPr>
          <p:spPr>
            <a:xfrm flipH="1" flipV="1" rot="5400000">
              <a:off x="3882600" y="271872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0" name=""/>
            <p:cNvSpPr/>
            <p:nvPr/>
          </p:nvSpPr>
          <p:spPr>
            <a:xfrm flipH="1" flipV="1" rot="5400000">
              <a:off x="4759200" y="245664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1" name=""/>
            <p:cNvSpPr/>
            <p:nvPr/>
          </p:nvSpPr>
          <p:spPr>
            <a:xfrm flipH="1" flipV="1" rot="5400000">
              <a:off x="3882600" y="40683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2" name=""/>
            <p:cNvSpPr/>
            <p:nvPr/>
          </p:nvSpPr>
          <p:spPr>
            <a:xfrm flipH="1" flipV="1" rot="5400000">
              <a:off x="4759200" y="3807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hu-HU" sz="44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hu-HU" sz="44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lang="hu-HU" sz="4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8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hu-HU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hu-H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dt" idx="19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ftr" idx="20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sldNum" idx="21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EFAF725A-55A5-4F92-B2A9-FBE92C08310E}" type="slidenum"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>
            <a:off x="677196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5" name=""/>
          <p:cNvSpPr/>
          <p:nvPr/>
        </p:nvSpPr>
        <p:spPr>
          <a:xfrm>
            <a:off x="5813280" y="38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6" name=""/>
          <p:cNvSpPr/>
          <p:nvPr/>
        </p:nvSpPr>
        <p:spPr>
          <a:xfrm>
            <a:off x="7589520" y="256032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7" name=""/>
          <p:cNvSpPr/>
          <p:nvPr/>
        </p:nvSpPr>
        <p:spPr>
          <a:xfrm>
            <a:off x="3200400" y="7315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8" name=""/>
          <p:cNvSpPr/>
          <p:nvPr/>
        </p:nvSpPr>
        <p:spPr>
          <a:xfrm>
            <a:off x="1424160" y="34891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9" name=""/>
          <p:cNvSpPr/>
          <p:nvPr/>
        </p:nvSpPr>
        <p:spPr>
          <a:xfrm>
            <a:off x="700920" y="1900080"/>
            <a:ext cx="1402200" cy="1848960"/>
          </a:xfrm>
          <a:custGeom>
            <a:avLst/>
            <a:gdLst/>
            <a:ahLst/>
            <a:rect l="0" t="0" r="r" b="b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tIns="63360" rIns="108360" bIns="63360" anchor="ctr">
            <a:noAutofit/>
          </a:bodyPr>
          <a:p>
            <a:pPr/>
            <a:endParaRPr lang="hu-H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0" name=""/>
          <p:cNvSpPr/>
          <p:nvPr/>
        </p:nvSpPr>
        <p:spPr>
          <a:xfrm>
            <a:off x="3931920" y="2011680"/>
            <a:ext cx="975960" cy="1371600"/>
          </a:xfrm>
          <a:custGeom>
            <a:avLst/>
            <a:gdLst/>
            <a:ahLst/>
            <a:rect l="0" t="0" r="r" b="b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tIns="63360" rIns="108360" bIns="63360" anchor="ctr">
            <a:noAutofit/>
          </a:bodyPr>
          <a:p>
            <a:pPr/>
            <a:endParaRPr lang="hu-H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1" name=""/>
          <p:cNvSpPr/>
          <p:nvPr/>
        </p:nvSpPr>
        <p:spPr>
          <a:xfrm>
            <a:off x="7724880" y="2103120"/>
            <a:ext cx="779040" cy="1463040"/>
          </a:xfrm>
          <a:custGeom>
            <a:avLst/>
            <a:gdLst/>
            <a:ahLst/>
            <a:rect l="0" t="0" r="r" b="b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tIns="63360" rIns="108360" bIns="63360" anchor="ctr">
            <a:noAutofit/>
          </a:bodyPr>
          <a:p>
            <a:pPr/>
            <a:endParaRPr lang="hu-H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2" name=""/>
          <p:cNvSpPr/>
          <p:nvPr/>
        </p:nvSpPr>
        <p:spPr>
          <a:xfrm>
            <a:off x="1424160" y="47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3" name=""/>
          <p:cNvSpPr/>
          <p:nvPr/>
        </p:nvSpPr>
        <p:spPr>
          <a:xfrm>
            <a:off x="288720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hu-HU" sz="44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hu-HU" sz="44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lang="hu-HU" sz="4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8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hu-HU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hu-H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dt" idx="22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ftr" idx="23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sldNum" idx="24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1D7980A-4C46-4A22-8228-81AD771FFE2E}" type="slidenum"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Jigsa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"/>
          <p:cNvGrpSpPr/>
          <p:nvPr/>
        </p:nvGrpSpPr>
        <p:grpSpPr>
          <a:xfrm>
            <a:off x="2982960" y="1548000"/>
            <a:ext cx="5982480" cy="3326040"/>
            <a:chOff x="2982960" y="1548000"/>
            <a:chExt cx="5982480" cy="3326040"/>
          </a:xfrm>
        </p:grpSpPr>
        <p:sp>
          <p:nvSpPr>
            <p:cNvPr id="130" name=""/>
            <p:cNvSpPr/>
            <p:nvPr/>
          </p:nvSpPr>
          <p:spPr>
            <a:xfrm>
              <a:off x="3570480" y="1888200"/>
              <a:ext cx="4927320" cy="262332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3763800" y="1585440"/>
              <a:ext cx="4927320" cy="2623320"/>
            </a:xfrm>
            <a:prstGeom prst="rect">
              <a:avLst/>
            </a:prstGeom>
            <a:noFill/>
            <a:ln w="18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9000" tIns="54000" rIns="99000" bIns="54000" anchor="ctr">
              <a:noAutofit/>
            </a:bodyPr>
            <a:p>
              <a:pPr/>
              <a:endPara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2" name=""/>
            <p:cNvSpPr txBox="1"/>
            <p:nvPr/>
          </p:nvSpPr>
          <p:spPr>
            <a:xfrm>
              <a:off x="3844800" y="1548000"/>
              <a:ext cx="1097280" cy="1474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pPr/>
              <a:r>
                <a:rPr lang="hu-HU" sz="8000" b="0" u="none" strike="noStrike">
                  <a:solidFill>
                    <a:srgbClr val="FFFFFF"/>
                  </a:solidFill>
                  <a:effectLst/>
                  <a:uFillTx/>
                  <a:latin typeface="Noto Sans"/>
                </a:rPr>
                <a:t>“</a:t>
              </a:r>
              <a:endParaRPr lang="hu-HU" sz="80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3" name=""/>
            <p:cNvSpPr txBox="1"/>
            <p:nvPr/>
          </p:nvSpPr>
          <p:spPr>
            <a:xfrm>
              <a:off x="7868160" y="3399840"/>
              <a:ext cx="1097280" cy="1474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pPr/>
              <a:r>
                <a:rPr lang="hu-HU" sz="8000" b="0" u="none" strike="noStrike">
                  <a:solidFill>
                    <a:srgbClr val="FFFFFF"/>
                  </a:solidFill>
                  <a:effectLst/>
                  <a:uFillTx/>
                  <a:latin typeface="Noto Sans"/>
                </a:rPr>
                <a:t>”</a:t>
              </a:r>
              <a:endParaRPr lang="hu-HU" sz="80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4" name=""/>
            <p:cNvSpPr/>
            <p:nvPr/>
          </p:nvSpPr>
          <p:spPr>
            <a:xfrm>
              <a:off x="2982960" y="4117320"/>
              <a:ext cx="1044720" cy="302760"/>
            </a:xfrm>
            <a:prstGeom prst="rect">
              <a:avLst/>
            </a:prstGeom>
            <a:pattFill prst="wdUpDiag">
              <a:fgClr>
                <a:srgbClr val="000000"/>
              </a:fgClr>
              <a:bgClr>
                <a:srgbClr val="FFFFFF">
                  <a:alpha val="0"/>
                </a:srgbClr>
              </a:bgClr>
            </a:patt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35" name=""/>
          <p:cNvGrpSpPr/>
          <p:nvPr/>
        </p:nvGrpSpPr>
        <p:grpSpPr>
          <a:xfrm>
            <a:off x="-927000" y="-375120"/>
            <a:ext cx="3796200" cy="6389640"/>
            <a:chOff x="-927000" y="-375120"/>
            <a:chExt cx="3796200" cy="6389640"/>
          </a:xfrm>
        </p:grpSpPr>
        <p:sp>
          <p:nvSpPr>
            <p:cNvPr id="136" name=""/>
            <p:cNvSpPr/>
            <p:nvPr/>
          </p:nvSpPr>
          <p:spPr>
            <a:xfrm rot="5400000">
              <a:off x="459720" y="-2217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7" name=""/>
            <p:cNvSpPr/>
            <p:nvPr/>
          </p:nvSpPr>
          <p:spPr>
            <a:xfrm>
              <a:off x="1144440" y="-21312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2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1823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8" name=""/>
            <p:cNvSpPr/>
            <p:nvPr/>
          </p:nvSpPr>
          <p:spPr>
            <a:xfrm rot="5400000">
              <a:off x="-231480" y="4503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9" name=""/>
            <p:cNvSpPr/>
            <p:nvPr/>
          </p:nvSpPr>
          <p:spPr>
            <a:xfrm>
              <a:off x="448200" y="4568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0" name=""/>
            <p:cNvSpPr/>
            <p:nvPr/>
          </p:nvSpPr>
          <p:spPr>
            <a:xfrm rot="5400000">
              <a:off x="438840" y="11408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1" name=""/>
            <p:cNvSpPr/>
            <p:nvPr/>
          </p:nvSpPr>
          <p:spPr>
            <a:xfrm>
              <a:off x="1124280" y="11494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2" name=""/>
            <p:cNvSpPr/>
            <p:nvPr/>
          </p:nvSpPr>
          <p:spPr>
            <a:xfrm>
              <a:off x="-927000" y="18093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4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1823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3" name=""/>
            <p:cNvSpPr/>
            <p:nvPr/>
          </p:nvSpPr>
          <p:spPr>
            <a:xfrm rot="5400000">
              <a:off x="-245520" y="181512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212529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430560" y="18244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5" name=""/>
            <p:cNvSpPr/>
            <p:nvPr/>
          </p:nvSpPr>
          <p:spPr>
            <a:xfrm rot="5400000">
              <a:off x="1113480" y="18334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1796040" y="183960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-253440" y="249840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8" name=""/>
            <p:cNvSpPr/>
            <p:nvPr/>
          </p:nvSpPr>
          <p:spPr>
            <a:xfrm rot="5400000">
              <a:off x="421920" y="250812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9" name=""/>
            <p:cNvSpPr/>
            <p:nvPr/>
          </p:nvSpPr>
          <p:spPr>
            <a:xfrm rot="5400000">
              <a:off x="-262800" y="31802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0" name=""/>
            <p:cNvSpPr/>
            <p:nvPr/>
          </p:nvSpPr>
          <p:spPr>
            <a:xfrm>
              <a:off x="-271440" y="38624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5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1823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1" name=""/>
            <p:cNvSpPr/>
            <p:nvPr/>
          </p:nvSpPr>
          <p:spPr>
            <a:xfrm rot="5400000">
              <a:off x="409320" y="38721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2" name=""/>
            <p:cNvSpPr/>
            <p:nvPr/>
          </p:nvSpPr>
          <p:spPr>
            <a:xfrm rot="5400000">
              <a:off x="-283320" y="454500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399600" y="45543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4" name=""/>
            <p:cNvSpPr/>
            <p:nvPr/>
          </p:nvSpPr>
          <p:spPr>
            <a:xfrm>
              <a:off x="-291240" y="52282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F8F9FA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1070640" y="52480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56" name=""/>
          <p:cNvSpPr/>
          <p:nvPr/>
        </p:nvSpPr>
        <p:spPr>
          <a:xfrm>
            <a:off x="8538120" y="3877200"/>
            <a:ext cx="975960" cy="1371600"/>
          </a:xfrm>
          <a:custGeom>
            <a:avLst/>
            <a:gdLst/>
            <a:ahLst/>
            <a:rect l="0" t="0" r="r" b="b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sm" type="oval" w="lg"/>
            <a:tailEnd len="sm" type="oval" w="lg"/>
          </a:ln>
        </p:spPr>
        <p:txBody>
          <a:bodyPr lIns="108360" tIns="63360" rIns="108360" bIns="63360" anchor="ctr">
            <a:noAutofit/>
          </a:bodyPr>
          <a:p>
            <a:pPr/>
            <a:endParaRPr lang="hu-H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57" name=""/>
          <p:cNvSpPr/>
          <p:nvPr/>
        </p:nvSpPr>
        <p:spPr>
          <a:xfrm>
            <a:off x="7372080" y="497448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58" name=""/>
          <p:cNvSpPr/>
          <p:nvPr/>
        </p:nvSpPr>
        <p:spPr>
          <a:xfrm>
            <a:off x="7868160" y="-329040"/>
            <a:ext cx="2011680" cy="20116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4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9999"/>
          </a:bodyPr>
          <a:lstStyle>
            <a:lvl1pPr indent="0" algn="ctr">
              <a:buNone/>
              <a:defRPr lang="hu-HU" sz="44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hu-HU" sz="44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lang="hu-HU" sz="4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3924000" y="2160000"/>
            <a:ext cx="4572000" cy="19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8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hu-HU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hu-H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dt" idx="25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ftr" idx="26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 type="sldNum" idx="27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7184210B-B60A-40E2-8CE5-BEC35E047180}" type="slidenum"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>
            <a:off x="8266320" y="41155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65" name=""/>
          <p:cNvSpPr/>
          <p:nvPr/>
        </p:nvSpPr>
        <p:spPr>
          <a:xfrm>
            <a:off x="7717680" y="-54828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66" name=""/>
          <p:cNvGrpSpPr/>
          <p:nvPr/>
        </p:nvGrpSpPr>
        <p:grpSpPr>
          <a:xfrm>
            <a:off x="-147240" y="69480"/>
            <a:ext cx="915480" cy="915480"/>
            <a:chOff x="-147240" y="69480"/>
            <a:chExt cx="915480" cy="915480"/>
          </a:xfrm>
        </p:grpSpPr>
        <p:sp>
          <p:nvSpPr>
            <p:cNvPr id="167" name=""/>
            <p:cNvSpPr/>
            <p:nvPr/>
          </p:nvSpPr>
          <p:spPr>
            <a:xfrm flipV="1" rot="5395800">
              <a:off x="219240" y="801000"/>
              <a:ext cx="182880" cy="182880"/>
            </a:xfrm>
            <a:prstGeom prst="ellipse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8" name=""/>
            <p:cNvSpPr/>
            <p:nvPr/>
          </p:nvSpPr>
          <p:spPr>
            <a:xfrm flipV="1" rot="5395800">
              <a:off x="218880" y="435240"/>
              <a:ext cx="182880" cy="182880"/>
            </a:xfrm>
            <a:prstGeom prst="ellipse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9" name=""/>
            <p:cNvSpPr/>
            <p:nvPr/>
          </p:nvSpPr>
          <p:spPr>
            <a:xfrm flipV="1" rot="5395800">
              <a:off x="218520" y="69840"/>
              <a:ext cx="182880" cy="182880"/>
            </a:xfrm>
            <a:prstGeom prst="ellipse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0" name=""/>
            <p:cNvSpPr/>
            <p:nvPr/>
          </p:nvSpPr>
          <p:spPr>
            <a:xfrm flipV="1" rot="5395800">
              <a:off x="584280" y="69120"/>
              <a:ext cx="182880" cy="182880"/>
            </a:xfrm>
            <a:prstGeom prst="ellipse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1" name=""/>
            <p:cNvSpPr/>
            <p:nvPr/>
          </p:nvSpPr>
          <p:spPr>
            <a:xfrm flipV="1" rot="5395800">
              <a:off x="584280" y="434880"/>
              <a:ext cx="182880" cy="182880"/>
            </a:xfrm>
            <a:prstGeom prst="ellipse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2" name=""/>
            <p:cNvSpPr/>
            <p:nvPr/>
          </p:nvSpPr>
          <p:spPr>
            <a:xfrm flipV="1" rot="5395800">
              <a:off x="585000" y="801000"/>
              <a:ext cx="182880" cy="182880"/>
            </a:xfrm>
            <a:prstGeom prst="ellipse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3" name=""/>
            <p:cNvSpPr/>
            <p:nvPr/>
          </p:nvSpPr>
          <p:spPr>
            <a:xfrm flipV="1" rot="5395800">
              <a:off x="-146160" y="801360"/>
              <a:ext cx="182880" cy="182880"/>
            </a:xfrm>
            <a:prstGeom prst="ellipse">
              <a:avLst/>
            </a:prstGeom>
            <a:blipFill rotWithShape="0">
              <a:blip r:embed="rId8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4" name=""/>
            <p:cNvSpPr/>
            <p:nvPr/>
          </p:nvSpPr>
          <p:spPr>
            <a:xfrm flipV="1" rot="5395800">
              <a:off x="-146880" y="435960"/>
              <a:ext cx="182880" cy="182880"/>
            </a:xfrm>
            <a:prstGeom prst="ellipse">
              <a:avLst/>
            </a:prstGeom>
            <a:blipFill rotWithShape="0">
              <a:blip r:embed="rId9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5" name=""/>
            <p:cNvSpPr/>
            <p:nvPr/>
          </p:nvSpPr>
          <p:spPr>
            <a:xfrm flipV="1" rot="5395800">
              <a:off x="-146880" y="69840"/>
              <a:ext cx="182880" cy="182880"/>
            </a:xfrm>
            <a:prstGeom prst="ellipse">
              <a:avLst/>
            </a:prstGeom>
            <a:blipFill rotWithShape="0">
              <a:blip r:embed="rId10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76" name=""/>
          <p:cNvGrpSpPr/>
          <p:nvPr/>
        </p:nvGrpSpPr>
        <p:grpSpPr>
          <a:xfrm>
            <a:off x="9545040" y="4646160"/>
            <a:ext cx="549720" cy="915480"/>
            <a:chOff x="9545040" y="4646160"/>
            <a:chExt cx="549720" cy="915480"/>
          </a:xfrm>
        </p:grpSpPr>
        <p:sp>
          <p:nvSpPr>
            <p:cNvPr id="177" name=""/>
            <p:cNvSpPr/>
            <p:nvPr/>
          </p:nvSpPr>
          <p:spPr>
            <a:xfrm flipV="1" rot="5395800">
              <a:off x="9911520" y="5377320"/>
              <a:ext cx="182880" cy="182880"/>
            </a:xfrm>
            <a:prstGeom prst="ellipse">
              <a:avLst/>
            </a:prstGeom>
            <a:blipFill rotWithShape="0">
              <a:blip r:embed="rId11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8" name=""/>
            <p:cNvSpPr/>
            <p:nvPr/>
          </p:nvSpPr>
          <p:spPr>
            <a:xfrm flipV="1" rot="5395800">
              <a:off x="9911160" y="5011920"/>
              <a:ext cx="182880" cy="182880"/>
            </a:xfrm>
            <a:prstGeom prst="ellipse">
              <a:avLst/>
            </a:prstGeom>
            <a:blipFill rotWithShape="0">
              <a:blip r:embed="rId1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9" name=""/>
            <p:cNvSpPr/>
            <p:nvPr/>
          </p:nvSpPr>
          <p:spPr>
            <a:xfrm flipV="1" rot="5395800">
              <a:off x="9910440" y="4645800"/>
              <a:ext cx="182880" cy="182880"/>
            </a:xfrm>
            <a:prstGeom prst="ellipse">
              <a:avLst/>
            </a:prstGeom>
            <a:blipFill rotWithShape="0">
              <a:blip r:embed="rId1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0" name=""/>
            <p:cNvSpPr/>
            <p:nvPr/>
          </p:nvSpPr>
          <p:spPr>
            <a:xfrm flipV="1" rot="5395800">
              <a:off x="9545400" y="5378040"/>
              <a:ext cx="182880" cy="182880"/>
            </a:xfrm>
            <a:prstGeom prst="ellipse">
              <a:avLst/>
            </a:prstGeom>
            <a:blipFill rotWithShape="0">
              <a:blip r:embed="rId1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1" name=""/>
            <p:cNvSpPr/>
            <p:nvPr/>
          </p:nvSpPr>
          <p:spPr>
            <a:xfrm flipV="1" rot="5395800">
              <a:off x="9545400" y="5011920"/>
              <a:ext cx="182880" cy="182880"/>
            </a:xfrm>
            <a:prstGeom prst="ellipse">
              <a:avLst/>
            </a:prstGeom>
            <a:blipFill rotWithShape="0">
              <a:blip r:embed="rId1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2" name=""/>
            <p:cNvSpPr/>
            <p:nvPr/>
          </p:nvSpPr>
          <p:spPr>
            <a:xfrm flipV="1" rot="5395800">
              <a:off x="9545040" y="4646160"/>
              <a:ext cx="182880" cy="182880"/>
            </a:xfrm>
            <a:prstGeom prst="ellipse">
              <a:avLst/>
            </a:prstGeom>
            <a:blipFill rotWithShape="0">
              <a:blip r:embed="rId1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83" name=""/>
          <p:cNvSpPr/>
          <p:nvPr/>
        </p:nvSpPr>
        <p:spPr>
          <a:xfrm>
            <a:off x="-146160" y="31093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hu-HU" sz="44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hu-HU" sz="44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lang="hu-HU" sz="4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8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324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hu-HU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2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88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hu-H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504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72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936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152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dt" idx="28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ftr" idx="29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88" name="PlaceHolder 5"/>
          <p:cNvSpPr>
            <a:spLocks noGrp="1"/>
          </p:cNvSpPr>
          <p:nvPr>
            <p:ph type="sldNum" idx="30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5B49BEB-159B-49D7-AE38-E3011DF48481}" type="slidenum"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"/>
          <p:cNvSpPr/>
          <p:nvPr/>
        </p:nvSpPr>
        <p:spPr>
          <a:xfrm rot="18876000">
            <a:off x="8646120" y="-405720"/>
            <a:ext cx="2895480" cy="289548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0" name=""/>
          <p:cNvSpPr/>
          <p:nvPr/>
        </p:nvSpPr>
        <p:spPr>
          <a:xfrm rot="18876000">
            <a:off x="8666280" y="3983040"/>
            <a:ext cx="2895480" cy="289548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1" name=""/>
          <p:cNvSpPr/>
          <p:nvPr/>
        </p:nvSpPr>
        <p:spPr>
          <a:xfrm rot="18964800">
            <a:off x="994320" y="591588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2" name=""/>
          <p:cNvSpPr/>
          <p:nvPr/>
        </p:nvSpPr>
        <p:spPr>
          <a:xfrm rot="18964800">
            <a:off x="-1296720" y="551376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3" name=""/>
          <p:cNvSpPr/>
          <p:nvPr/>
        </p:nvSpPr>
        <p:spPr>
          <a:xfrm rot="18964800">
            <a:off x="3682080" y="339480"/>
            <a:ext cx="3457800" cy="9223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4" name=""/>
          <p:cNvSpPr/>
          <p:nvPr/>
        </p:nvSpPr>
        <p:spPr>
          <a:xfrm rot="18964800">
            <a:off x="1446120" y="-75852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5" name=""/>
          <p:cNvSpPr/>
          <p:nvPr/>
        </p:nvSpPr>
        <p:spPr>
          <a:xfrm rot="18964800">
            <a:off x="-727200" y="3295080"/>
            <a:ext cx="2588760" cy="5130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hu-HU" sz="44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hu-HU" sz="44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lang="hu-HU" sz="4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8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hu-HU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hu-H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dt" idx="31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 type="ftr" idx="32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0" name="PlaceHolder 5"/>
          <p:cNvSpPr>
            <a:spLocks noGrp="1"/>
          </p:cNvSpPr>
          <p:nvPr>
            <p:ph type="sldNum" idx="33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862D171F-1A6E-4484-8FC9-36890783CD45}" type="slidenum"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"/>
          <p:cNvGrpSpPr/>
          <p:nvPr/>
        </p:nvGrpSpPr>
        <p:grpSpPr>
          <a:xfrm>
            <a:off x="0" y="0"/>
            <a:ext cx="10080720" cy="4114800"/>
            <a:chOff x="0" y="0"/>
            <a:chExt cx="10080720" cy="4114800"/>
          </a:xfrm>
        </p:grpSpPr>
        <p:sp>
          <p:nvSpPr>
            <p:cNvPr id="3" name=""/>
            <p:cNvSpPr/>
            <p:nvPr/>
          </p:nvSpPr>
          <p:spPr>
            <a:xfrm>
              <a:off x="0" y="0"/>
              <a:ext cx="10080720" cy="411480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0" y="0"/>
              <a:ext cx="10080720" cy="411480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0" y="1280160"/>
              <a:ext cx="1554480" cy="64008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914400" y="1920240"/>
              <a:ext cx="1280160" cy="182880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2194560" y="548640"/>
              <a:ext cx="1280160" cy="182880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3474720" y="1188720"/>
              <a:ext cx="365760" cy="36576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4206240" y="0"/>
              <a:ext cx="1463040" cy="91440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4663440" y="914400"/>
              <a:ext cx="1005840" cy="45720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3474720" y="1737360"/>
              <a:ext cx="3108960" cy="100584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4114800" y="2743200"/>
              <a:ext cx="1463040" cy="100584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6583680" y="1463040"/>
              <a:ext cx="1554480" cy="45720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7315200" y="1920240"/>
              <a:ext cx="1463040" cy="164592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2743200" y="2377440"/>
              <a:ext cx="548640" cy="82296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595360" y="0"/>
              <a:ext cx="1485360" cy="146304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6766560" y="0"/>
              <a:ext cx="274320" cy="100584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1554480" y="0"/>
              <a:ext cx="182880" cy="91440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0" y="3017520"/>
              <a:ext cx="365760" cy="109728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9601200" y="2560320"/>
              <a:ext cx="365760" cy="155448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8778240" y="1828800"/>
              <a:ext cx="365760" cy="36576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hu-HU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2" name=""/>
          <p:cNvSpPr/>
          <p:nvPr/>
        </p:nvSpPr>
        <p:spPr>
          <a:xfrm>
            <a:off x="7560000" y="4320000"/>
            <a:ext cx="0" cy="126000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t">
            <a:noAutofit/>
          </a:bodyPr>
          <a:p>
            <a:pPr/>
            <a:endParaRPr lang="hu-HU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60000" y="4114800"/>
            <a:ext cx="7020000" cy="14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lstStyle>
            <a:lvl1pPr indent="0" algn="r">
              <a:buNone/>
              <a:defRPr lang="hu-HU" sz="44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r>
              <a:rPr lang="hu-HU" sz="44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lang="hu-HU" sz="4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68000" y="468000"/>
            <a:ext cx="914400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8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hu-HU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hu-H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"/>
          </p:nvPr>
        </p:nvSpPr>
        <p:spPr>
          <a:xfrm>
            <a:off x="7740000" y="4860000"/>
            <a:ext cx="2052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2"/>
          </p:nvPr>
        </p:nvSpPr>
        <p:spPr>
          <a:xfrm>
            <a:off x="7740000" y="4392000"/>
            <a:ext cx="2052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3"/>
          </p:nvPr>
        </p:nvSpPr>
        <p:spPr>
          <a:xfrm>
            <a:off x="7740000" y="5166000"/>
            <a:ext cx="2052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08E2CB41-3A94-40B0-A74D-DF55C953C20F}" type="slidenum"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lang="hu-HU" sz="1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360000" y="4233600"/>
            <a:ext cx="7020000" cy="75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2500" lnSpcReduction="9999"/>
          </a:bodyPr>
          <a:p>
            <a:pPr indent="0" algn="r">
              <a:buNone/>
            </a:pPr>
            <a:r>
              <a:rPr lang="hu-HU" sz="44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Complex Weboldal Projekt</a:t>
            </a:r>
            <a:endParaRPr lang="hu-HU" sz="4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subTitle"/>
          </p:nvPr>
        </p:nvSpPr>
        <p:spPr>
          <a:xfrm>
            <a:off x="360000" y="5091120"/>
            <a:ext cx="702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77500" lnSpcReduction="19999"/>
          </a:bodyPr>
          <a:p>
            <a:pPr indent="0" algn="r">
              <a:buNone/>
            </a:pPr>
            <a:r>
              <a:rPr lang="hu-HU" sz="32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Prell Ádám, Uglik Barnabás</a:t>
            </a:r>
            <a:endParaRPr lang="hu-HU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C846D29E-A9C7-4125-B70A-84984BA5DE69}" type="datetime1">
              <a:rPr lang="hu-HU"/>
              <a:t>26.09.29.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8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r>
              <a:rPr lang="hu-HU" sz="4400" b="1" u="wavyHeavy" strike="noStrike">
                <a:solidFill>
                  <a:srgbClr val="FFFFFF"/>
                </a:solidFill>
                <a:effectLst/>
                <a:uFillTx/>
                <a:latin typeface="Noto Sans"/>
              </a:rPr>
              <a:t>Téma</a:t>
            </a:r>
            <a:endParaRPr lang="hu-HU" sz="4400" b="1" u="wavyHeavy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1260000" y="1800000"/>
            <a:ext cx="828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A weboldal a Valve nevű játék-, egyéb szoftver- és hardverfejlesztő cégnek a alapján készült.</a:t>
            </a:r>
            <a:endParaRPr lang="hu-HU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468000" y="13356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l">
              <a:buNone/>
            </a:pPr>
            <a:r>
              <a:rPr lang="hu-HU" sz="44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Technológiák</a:t>
            </a:r>
            <a:endParaRPr lang="hu-HU" sz="4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288000" y="1080000"/>
            <a:ext cx="3132000" cy="43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HTML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Kezdőoldal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Kapcsolat oldal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Admin oldal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CSS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Összecsukható menük stílúsozása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6480000" y="900000"/>
            <a:ext cx="3420000" cy="432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JavaScript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Form validáció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Query parameterek lekérdezése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Bootstrap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Carousel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Navbar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Összecsukható menük működése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2880000" y="133560"/>
            <a:ext cx="702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r>
              <a:rPr lang="hu-HU" sz="4400" b="1" u="wavyHeavy" strike="noStrike">
                <a:solidFill>
                  <a:srgbClr val="FFFFFF"/>
                </a:solidFill>
                <a:effectLst/>
                <a:uFillTx/>
                <a:latin typeface="Noto Sans"/>
              </a:rPr>
              <a:t>Navbar</a:t>
            </a:r>
            <a:endParaRPr lang="hu-HU" sz="4400" b="1" u="wavyHeavy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pic>
        <p:nvPicPr>
          <p:cNvPr id="209" name=""/>
          <p:cNvPicPr/>
          <p:nvPr/>
        </p:nvPicPr>
        <p:blipFill>
          <a:blip r:embed="rId1"/>
          <a:stretch/>
        </p:blipFill>
        <p:spPr>
          <a:xfrm>
            <a:off x="4681440" y="3420000"/>
            <a:ext cx="5038560" cy="202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"/>
          <p:cNvPicPr/>
          <p:nvPr/>
        </p:nvPicPr>
        <p:blipFill>
          <a:blip r:embed="rId2"/>
          <a:stretch/>
        </p:blipFill>
        <p:spPr>
          <a:xfrm>
            <a:off x="3335760" y="2880000"/>
            <a:ext cx="6384240" cy="256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"/>
          <p:cNvSpPr txBox="1"/>
          <p:nvPr/>
        </p:nvSpPr>
        <p:spPr>
          <a:xfrm>
            <a:off x="1316520" y="1136520"/>
            <a:ext cx="7745040" cy="16455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pPr/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Bal oldalt egy kép a logóról, és a navbar-nak ugyan olyan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/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háttérszín van megadva, hogy beleolvadjon.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/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Bootstrap segítségével kis képernyőkön egy menübe tömörödik össze.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/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Az első három link a főoldali szekciókra görget, az utolsó a kapcsolat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/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Oldalra irányít át.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2880000" y="133560"/>
            <a:ext cx="7020000" cy="76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77500" lnSpcReduction="19999"/>
          </a:bodyPr>
          <a:p>
            <a:pPr indent="0" algn="l">
              <a:buNone/>
            </a:pPr>
            <a:r>
              <a:rPr lang="hu-HU" sz="4400" b="1" u="wavyHeavy" strike="noStrike">
                <a:solidFill>
                  <a:srgbClr val="FFFFFF"/>
                </a:solidFill>
                <a:effectLst/>
                <a:uFillTx/>
                <a:latin typeface="Noto Sans"/>
              </a:rPr>
              <a:t>Legördülő menük és tartalmuk</a:t>
            </a:r>
            <a:endParaRPr lang="hu-HU" sz="4400" b="1" u="wavyHeavy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pic>
        <p:nvPicPr>
          <p:cNvPr id="213" name=""/>
          <p:cNvPicPr/>
          <p:nvPr/>
        </p:nvPicPr>
        <p:blipFill>
          <a:blip r:embed="rId1"/>
          <a:stretch/>
        </p:blipFill>
        <p:spPr>
          <a:xfrm>
            <a:off x="4860000" y="2855880"/>
            <a:ext cx="5108040" cy="272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4" name=""/>
          <p:cNvPicPr/>
          <p:nvPr/>
        </p:nvPicPr>
        <p:blipFill>
          <a:blip r:embed="rId2"/>
          <a:stretch/>
        </p:blipFill>
        <p:spPr>
          <a:xfrm>
            <a:off x="4230360" y="2520000"/>
            <a:ext cx="5737680" cy="306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"/>
          <p:cNvSpPr txBox="1"/>
          <p:nvPr/>
        </p:nvSpPr>
        <p:spPr>
          <a:xfrm>
            <a:off x="1260000" y="1080000"/>
            <a:ext cx="8640000" cy="12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/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A menü is a Bootstrap segítségével lett létrehozva de a nyíl a jobb oldalt az tiszta css szelektorokkal és animációkkal működik. A tartalma egy flexbox bootstrap kártyákkal és flex-wrap be van kapcsolva hogy reszponzív legyen.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pic>
        <p:nvPicPr>
          <p:cNvPr id="216" name=""/>
          <p:cNvPicPr/>
          <p:nvPr/>
        </p:nvPicPr>
        <p:blipFill>
          <a:blip r:embed="rId3"/>
          <a:stretch/>
        </p:blipFill>
        <p:spPr>
          <a:xfrm>
            <a:off x="180000" y="2528640"/>
            <a:ext cx="3899160" cy="2871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3780000" y="108000"/>
            <a:ext cx="2880000" cy="97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l">
              <a:buNone/>
            </a:pPr>
            <a:r>
              <a:rPr lang="hu-HU" sz="4400" b="1" u="wavyHeavy" strike="noStrike">
                <a:solidFill>
                  <a:srgbClr val="FFFFFF"/>
                </a:solidFill>
                <a:effectLst/>
                <a:uFillTx/>
                <a:latin typeface="Noto Sans"/>
              </a:rPr>
              <a:t>Űrlap</a:t>
            </a:r>
            <a:endParaRPr lang="hu-HU" sz="4400" b="1" u="wavyHeavy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pic>
        <p:nvPicPr>
          <p:cNvPr id="218" name=""/>
          <p:cNvPicPr/>
          <p:nvPr/>
        </p:nvPicPr>
        <p:blipFill>
          <a:blip r:embed="rId1"/>
          <a:stretch/>
        </p:blipFill>
        <p:spPr>
          <a:xfrm>
            <a:off x="158400" y="108000"/>
            <a:ext cx="3441600" cy="306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9" name=""/>
          <p:cNvPicPr/>
          <p:nvPr/>
        </p:nvPicPr>
        <p:blipFill>
          <a:blip r:embed="rId2"/>
          <a:stretch/>
        </p:blipFill>
        <p:spPr>
          <a:xfrm>
            <a:off x="158400" y="3240000"/>
            <a:ext cx="5103360" cy="228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"/>
          <p:cNvSpPr txBox="1"/>
          <p:nvPr/>
        </p:nvSpPr>
        <p:spPr>
          <a:xfrm>
            <a:off x="3780000" y="1087560"/>
            <a:ext cx="6120000" cy="1972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/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Javascript validáció, a névnél 2/3 szó, mindegyik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/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nagybetűvel kezdődik és a kötőjel megengetett.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/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Az email cím magától értetődő, de felesleges volt a manuális validáció (ott van a biztonság kedvéért) mivel a böngésző validálja helyettünk ha az input típúsa „email”.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5400000" y="3420000"/>
            <a:ext cx="3240000" cy="180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A telefonszámot lehet egybeírni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>
              <a:lnSpc>
                <a:spcPct val="100000"/>
              </a:lnSpc>
            </a:pPr>
            <a:r>
              <a:rPr lang="hu-HU" sz="1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vagy tagolni 2-2-3-4 számjegyre. A plusz az elején viszont kötelező.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3780000" y="108000"/>
            <a:ext cx="5580000" cy="97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l">
              <a:buNone/>
            </a:pPr>
            <a:r>
              <a:rPr lang="hu-HU" sz="4400" b="1" u="wavyHeavy" strike="noStrike">
                <a:solidFill>
                  <a:srgbClr val="FFFFFF"/>
                </a:solidFill>
                <a:effectLst/>
                <a:uFillTx/>
                <a:latin typeface="Noto Sans"/>
              </a:rPr>
              <a:t>Űrlap eredméynek</a:t>
            </a:r>
            <a:endParaRPr lang="hu-HU" sz="4400" b="1" u="wavyHeavy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3060000" y="1260000"/>
            <a:ext cx="6840000" cy="21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/>
            <a:r>
              <a:rPr lang="hu-HU" sz="16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Egy css grid elrendezéssel lett megoldva table helyett, de emiatt egy apró css trükköt kellett bevetni a belső szegélyek helyes megjelenése érdekében.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6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Minden páratlan sorszámú cellának nincs jobb szegélye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6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Minden cellának ami nem az utolsó kettő, nincs alsó szegélye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pic>
        <p:nvPicPr>
          <p:cNvPr id="224" name=""/>
          <p:cNvPicPr/>
          <p:nvPr/>
        </p:nvPicPr>
        <p:blipFill>
          <a:blip r:embed="rId1"/>
          <a:stretch/>
        </p:blipFill>
        <p:spPr>
          <a:xfrm>
            <a:off x="92160" y="3463920"/>
            <a:ext cx="4047840" cy="212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5" name=""/>
          <p:cNvPicPr/>
          <p:nvPr/>
        </p:nvPicPr>
        <p:blipFill>
          <a:blip r:embed="rId2"/>
          <a:stretch/>
        </p:blipFill>
        <p:spPr>
          <a:xfrm>
            <a:off x="72000" y="1584720"/>
            <a:ext cx="2700000" cy="183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" name=""/>
          <p:cNvPicPr/>
          <p:nvPr/>
        </p:nvPicPr>
        <p:blipFill>
          <a:blip r:embed="rId3"/>
          <a:stretch/>
        </p:blipFill>
        <p:spPr>
          <a:xfrm>
            <a:off x="4255200" y="3522960"/>
            <a:ext cx="3304800" cy="2057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2026-09-29T20:12:36Z</dcterms:created>
  <dc:creator/>
  <dc:description>
               Grey Elegant - LibreOffice Impress Template
                    by Ahmad Bayhaqi Saputra
This template is made as an answer to Indonesian LibreOffice Community and
Gimpscape ID's call-to-arms to contribute to the 10th anniversary of
LibreOffice celebration.
Content Material :
- icons,
  This template used icons from https://material.io and https://icons8.com/icons
- illustrations,
  This template used illustrations sourced at https://icons8.com/illustrations
- Photos,
  This template used photos sourced at https://unsplash.com
Credits:
This work is licensed under the Creative Commons Attribution-ShareAlike 4.0
International License by Ahmad Bayhaqi Saputra &lt;bayhaqisptr04@gmail.com&gt;.
To view a copy of this license, visit https://creativecommons.org/licenses/by-sa/4.0/legalcode
or send a letter to Creative Commons, PO Box 1866, Mountain View, CA 94042, USA.
Illustrations by Pixeltrue https://icons8.com/illustrations/author/5ec7b0e101d0360016f3d1b3 on icon8 (master slide "Table of content")
Photo by Dave Hoefler https://unsplash.com/fr/@iamthedave on Unsplash https://unsplash.com/fr/licence (slide 9)
    </dc:description>
  <dc:language>hu-HU</dc:language>
  <cp:lastModifiedBy/>
  <dcterms:modified xsi:type="dcterms:W3CDTF">2026-09-29T20:58:22Z</dcterms:modified>
  <cp:revision>3</cp:revision>
  <dc:subject/>
  <dc:title>Grey Elegant</dc:title>
</cp:coreProperties>
</file>